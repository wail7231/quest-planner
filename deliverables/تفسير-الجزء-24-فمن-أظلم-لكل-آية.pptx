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notesMasterIdLst>
    <p:notesMasterId r:id="rId8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4d0a1865-5c04-06c1-d90f-0728b1b38d7e}">
          <p14:sldIdLst>
            <p14:sldId id="256"/>
            <p14:sldId id="257"/>
            <p14:sldId id="258"/>
          </p14:sldIdLst>
        </p14:section>
        <p14:section name="سورة فصلت" id="{0cfbc326-8517-0744-e096-9c7b4cead3c4}">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سورة غافر" id="{af5016ef-fab8-4f05-52f7-f2802667fc80}">
          <p14:sldIdLst>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سورة الزمر" id="{7913db6b-5db7-0587-5d61-e923ea3af38c}">
          <p14:sldIdLst>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Lst>
        </p14:section>
        <p14:section name="الخاتمة" id="{4d55a3e9-12b8-c372-7a3b-775b5ff19e2a}">
          <p14:sldIdLst>
            <p14:sldId id="3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فصلت ثم نصعد سورةً سورة حتى نصل إلى سورة الزمر،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الذي يشهد على الإنسان يوم القيامة كما في الآية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دعت الملائكة للمؤمنين في الآيات 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أرجى آية في هذا المقطع؟ ولماذا؟ اقرأ الآية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4/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4/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4/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4.xml"/><Relationship Id="rId4"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4/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فمن أظلم</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24/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فصلت إلى سورة الزمر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النيلي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فمن أظلم</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فصلت صعودًا إلى سورة الزمر</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فصلت</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غافر</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الزمر</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فصلت</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١ – ٤٦</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٤١</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مسعود رضي الله عنه: اجتمع عند البيت ثلاثة نفر، فقال أحدهم: أترون أن الله يسمع ما نقول؟ قال الآخر: يسمع إن جهرنا ولا يسمع إن أخفينا، وقال الآخر: إن كان يسمع إذا جهرنا فإنه يسمع إذا أخفينا، فأنزل الله: ﴿وما كنتم تستترون أن يشهد عليكم سمعكم ولا أبصاركم ولا جلودكم﴾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عظمة القرآن المفصَّل، وخلق السماوات والأرض، وهلاك عاد وثمود، وشهادة الجوارح على أصحابها يوم القيامة، وبشارة المستقيمين، والأمر بالدفع بالتي هي أحسن.</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تَنزِيلٌ مِّنَ الرَّحْمَٰنِ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منزَّل من الرحمن الرحيم.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كِتَٰبٌ فُصِّلَتْ ءَايَٰتُهُ قُرْءَانًا عَرَبِيًّا لِّقَوْمٍ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كتاب بُيّنت آياته وفُصّلت أحكامه، قرآنًا عربيًّا لقوم يعلمون.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بَشِيرًا وَنَذِيرًا فَأَعْرَضَ أَكْثَرُهُمْ فَهُمْ لَا يَسْمَعُونَ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يبشّر المؤمنين بالجنة، وينذر الكافرين بالنار، فأعرض أكثرهم فهم لا يسمعون سماع قبول.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قُلُوبُنَا فِي أَكِنَّةٍ مِّمَّا تَدْعُونَآ إِلَيْهِ وَفِي ءَاذَانِنَا وَقْرٌ وَمِن بَيْنِنَا وَبَيْنِكَ حِجَابٌ فَاعْمَلْ إِنَّنَا 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قلوبنا في أغطية فلا تفهم ما تدعونا إليه، وفي آذاننا صمم، وبيننا وبينك حاجز، فاعمل على دينك فإنا عاملون على ديننا.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إِنَّمَآ أَنَا بَشَرٌ مِّثْلُكُمْ يُوحَىٰ إِلَيَّ أَنَّمَآ إِلَٰهُكُمْ إِلَٰهٌ وَٰحِدٌ فَاسْتَقِيمُواْ إِلَيْهِ وَاسْتَغْفِرُوهُ وَوَيْلٌ لِّلْمُشْرِكِينَ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إنما أنا بشر مثلكم يوحى إليّ أن معبودكم إله واحد، فاستقيموا على طاعته واستغفروه، وهلاك للمشركين.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لَا يُؤْتُونَ الزَّكَوٰةَ وَهُم بِالْأخِرَةِ هُمْ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لا يزكّون أنفسهم بالتوحيد ولا يؤدون زكاة أموالهم، وهم بالآخرة كافرون.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لَهُمْ أَجْرٌ غَيْرُ مَمْنُونٍ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المؤمنين الصالحين لهم أجر غير مقطوع.</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أَئِنَّكُمْ لَتَكْفُرُونَ بِالَّذِي خَلَقَ الْأَرْضَ فِي يَوْمَيْنِ وَتَجْعَلُونَ لَهُ أَندَادًا ذَٰلِكَ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أئنكم لتكفرون بالله الذي خلق الأرض في يومين، وتجعلون له شركاء؟ ذلك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 فِيهَا رَوَٰسِيَ مِن فَوْقِهَا وَبَٰرَكَ فِيهَا وَقَدَّرَ فِيهَآ أَقْوَٰتَهَا فِي أَرْبَعَةِ أَيَّامٍ سَوَآءً لِّلسَّآئِلِينَ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 في الأرض جبالًا ثابتة، وبارك فيها، وقدّر فيها أرزاق أهلها، في تمام أربعة أيام، جوابًا للسائلين.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اسْتَوَىٰ إِلَى السَّمَآءِ وَهِيَ دُخَانٌ فَقَالَ لَهَا وَلِلْأَرْضِ ائْتِيَا طَوْعًا أَوْ كَرْهًا قَالَتَآ أَتَيْنَا طَآئِعِينَ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قصد إلى خلق السماء وهي دخان، فقال لها وللأرض: انقادا لأمري طوعًا أو كرهًا، قالتا: أتينا طائعين.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فَقَضَىٰهُنَّ سَبْعَ سَمَٰوَاتٍ فِي يَوْمَيْنِ وَأَوْحَىٰ فِي كُلِّ سَمَآءٍ أَمْرَهَا وَزَيَّنَّا السَّمَآءَ الدُّنْيَا بِمَصَٰبِيحَ وَحِفْظًا ذَٰلِكَ تَقْدِيرُ الْعَزِيزِ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فأتمّ خلقهن سبع سماوات في يومين، وأوحى في كل سماء ما أراد، وزيّنّا السماء الدنيا بالنجوم، وحفظناها من الشياطين، ذلك تقدير العزيز العليم.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أَعْرَضُواْ فَقُلْ أَنذَرْتُكُمْ صَٰعِقَةً مِّثْلَ صَٰعِقَةِ عَادٍ وَثَمُودَ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أعرض المشركون فقل: أنذرتكم عذابًا مُهلكًا مثل عذاب عاد وثمود.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جَآءَتْهُمُ الرُّسُلُ مِن بَيْنِ أَيْدِيهِمْ وَمِنْ خَلْفِهِمْ أَلَّا تَعْبُدُواْ إِلَّا اللَّهَ قَالُواْ لَوْ شَآءَ رَبُّنَا لَأَنزَلَ مَلَـٰئِكَةً فَإِنَّا بِمَآ أُرْسِلْتُم بِهِ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جاءتهم الرسل من كل جهة يقولون: لا تعبدوا إلا الله، قالوا: لو شاء ربنا لأنزل ملائكة، فإنا بما أُرسلتم به كافرون.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عَادٌ فَاسْتَكْبَرُواْ فِي الْأَرْضِ بِغَيْرِ الْحَقِّ وَقَالُواْ مَنْ أَشَدُّ مِنَّا قُوَّةً أَوَلَمْ يَرَوْاْ أَنَّ اللَّهَ الَّذِي خَلَقَهُمْ هُوَ أَشَدُّ مِنْهُمْ قُوَّةً وَكَانُواْ بِـَٔايَٰتِنَا يَجْحَدُونَ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عاد فتكبّروا في الأرض بغير حق، وقالوا: من أشد منا قوة؟ أولم يروا أن الله الذي خلقهم أشد منهم قوة؟ وكانوا بآياتنا يجحدون.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فَأَرْسَلْنَا عَلَيْهِمْ رِيحًا صَرْصَرًا فِي أَيَّامٍ نَّحِسَاتٍ لِّنُذِيقَهُمْ عَذَابَ الْخِزْيِ فِي الْحَيَوٰةِ الدُّنْيَا وَلَعَذَابُ الْأخِرَةِ أَخْزَىٰ وَهُمْ لَا يُنصَرُونَ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فأرسلنا عليهم ريحًا شديدة البرد والصوت في أيام مشؤومة، لنُذيقهم عذاب الذل في الدنيا، ولعذاب الآخرة أشد إذلالًا، وهم لا يُنصرون.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ثَمُودُ فَهَدَيْنَٰهُمْ فَاسْتَحَبُّواْ الْعَمَىٰ عَلَى الْهُدَىٰ فَأَخَذَتْهُمْ صَٰعِقَةُ الْعَذَابِ الْهُونِ بِمَا كَانُواْ يَكْسِبُونَ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ثمود فبيّنّا لهم طريق الحق، فاختاروا الضلال على الهدى، فأهلكتهم الصيحة المُذلّة بسبب أعمالهم.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وَنَجَّيْنَا الَّذِينَ ءَامَنُواْ وَكَانُواْ يَتَّقُونَ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ونجّينا المؤمنين الذين كانوا يتقون الله.</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يُحْشَرُ أَعْدَآءُ اللَّهِ إِلَى النَّارِ فَهُمْ يُوزَعُونَ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يُجمع أعداء الله إلى النار، فهم يُساقون ويُجمع أولهم إلى آخرهم.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مَا جَآءُوهَا شَهِدَ عَلَيْهِمْ سَمْعُهُمْ وَأَبْصَٰرُهُمْ وَجُلُودُهُم بِمَا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جاؤوها شهدت عليهم أسماعهم وأبصارهم وجلودهم بما كانوا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لِجُلُودِهِمْ لِمَ شَهِدتُّمْ عَلَيْنَا قَالُواْ أَنطَقَنَا اللَّهُ الَّذِي أَنطَقَ كُلَّ شَيْءٍ وَهُوَ خَلَقَكُمْ أَوَّلَ مَرَّةٍ وَإِلَيْهِ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لجلودهم: لِمَ شهدتم علينا؟ قالت: أنطقنا الله الذي أنطق كل شيء، وهو خلقكم أول مرة، وإليه ترجعون.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كُنتُمْ تَسْتَتِرُونَ أَن يَشْهَدَ عَلَيْكُمْ سَمْعُكُمْ وَلَآ أَبْصَٰرُكُمْ وَلَا جُلُودُكُمْ وَلَٰكِن ظَنَنتُمْ أَنَّ اللَّهَ لَا يَعْلَمُ كَثِيرًا مِّمَّا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كنتم تستخفون عند المعاصي خوفًا من أن تشهد عليكم أسماعكم وأبصاركم وجلودكم، ولكن ظننتم أن الله لا يعلم كثيرًا مما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وَذَٰلِكُمْ ظَنُّكُمُ الَّذِي ظَنَنتُم بِرَبِّكُمْ أَرْدَىٰكُمْ فَأَصْبَحْتُم مِّنَ الْخَٰسِرِينَ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وذلك ظنكم السيئ بربكم أهلككم، فأصبحتم من الخاسرين.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يَصْبِرُواْ فَالنَّارُ مَثْوًى لَّهُمْ وَإِن يَسْتَعْتِبُواْ فَمَا هُم مِّنَ الْمُعْتَبِينَ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يصبروا فالنار مقامهم، وإن يطلبوا رضا الله فلن يُجابوا.</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وَقَيَّضْنَا لَهُمْ قُرَنَآءَ فَزَيَّنُواْ لَهُم مَّا بَيْنَ أَيْدِيهِمْ وَمَا خَلْفَهُمْ وَحَقَّ عَلَيْهِمُ الْقَوْلُ فِي أُمَمٍ قَدْ خَلَتْ مِن قَبْلِهِم مِّنَ الْجِنِّ وَالْإِنسِ إِنَّهُمْ كَانُواْ 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وهيّأنا لهم قرناء من الشياطين، فزيّنوا لهم الدنيا وأنسوهم الآخرة، ووجب عليهم العذاب مع أمم سبقتهم من الجن والإنس، إنهم كانوا خاسرين.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٢٦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كَفَرُواْ لَا تَسْمَعُواْ لِهَٰذَا الْقُرْءَانِ وَالْغَوْاْ فِيهِ لَعَلَّكُمْ تَغْلِبُونَ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لا تسمعوا لهذا القرآن، وأحدثوا ضجيجًا عند قراءته، لعلكم تغلبون محمدًا.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فَلَنُذِيقَنَّ الَّذِينَ كَفَرُواْ عَذَابًا شَدِيدًا وَلَنَجْزِيَنَّهُمْ أَسْوَأَ الَّذِي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فلنذيقنّ الكافرين عذابًا شديدًا، ولنجزينّهم بأسوأ أعمالهم.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جَزَآءُ أَعْدَآءِ اللَّهِ النَّارُ لَهُمْ فِيهَا دَارُ الْخُلْدِ جَزَآءً بِمَا كَانُواْ بِـَٔايَٰتِنَا يَجْحَدُونَ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جزاء أعداء الله: النار، لهم فيها دار الإقامة الدائمة، جزاءً على جحودهم بآياتنا.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كَفَرُواْ رَبَّنَآ أَرِنَا الَّذَيْنِ أَضَلَّانَا مِنَ الْجِنِّ وَالْإِنسِ نَجْعَلْهُمَا تَحْتَ أَقْدَامِنَا لِيَكُونَا مِنَ الْأَسْفَلِينَ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في النار: ربنا أرنا اللذين أضلّانا من الجن والإنس، نجعلهما تحت أقدامنا ليكونا في أسفل النار.</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قَالُواْ رَبُّنَا اللَّهُ ثُمَّ اسْتَقَٰمُواْ تَتَنَزَّلُ عَلَيْهِمُ الْمَلَـٰئِكَةُ أَلَّا تَخَافُواْ وَلَا تَحْزَنُواْ وَأَبْشِرُواْ بِالْجَنَّةِ الَّتِي كُنتُمْ تُوعَدُونَ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قالوا: ربنا الله، ثم ثبتوا على الإيمان والطاعة، تتنزّل عليهم الملائكة عند الموت: لا تخافوا ولا تحزنوا، وأبشروا بالجنة التي كنتم توعدون.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نَحْنُ أَوْلِيَآؤُكُمْ فِي الْحَيَوٰةِ الدُّنْيَا وَفِي الْأخِرَةِ وَلَكُمْ فِيهَا مَا تَشْتَهِي أَنفُسُكُمْ وَلَكُمْ فِيهَا مَا تَدَّعُونَ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نحن أنصاركم في الحياة الدنيا وفي الآخرة، ولكم في الجنة ما تشتهيه أنفسكم، ولكم فيها ما تطلبون.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نُزُلًا مِّنْ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ضيافةً وكرامةً من ربّ غفور رحيم.</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أَحْسَنُ قَوْلًا مِّمَّن دَعَآ إِلَى اللَّهِ وَعَمِلَ صَٰلِحًا وَقَالَ إِنَّنِي مِنَ الْمُسْلِمِينَ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أحد أحسن قولًا ممن دعا الناس إلى الله، وعمل صالحًا، وقال: إنني من المسلمين.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تَسْتَوِي الْحَسَنَةُ وَلَا السَّيِّئَةُ ادْفَعْ بِالَّتِي هِيَ أَحْسَنُ فَإِذَا الَّذِي بَيْنَكَ وَبَيْنَهُ عَدَٰوَةٌ كَأَنَّهُ وَلِيٌّ حَمِيمٌ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تستوي الحسنة والسيئة، ادفع إساءة من أساء إليك بالإحسان، فإذا الذي بينك وبينه عداوة كأنه صديق قريب.</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يُلَقَّىٰهَآ إِلَّا الَّذِينَ صَبَرُواْ وَمَا يُلَقَّىٰهَآ إِلَّا ذُو حَظٍّ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يُوفَّق لهذه الخصلة إلا الذين صبروا، وما يُوفَّق لها إلا صاحب نصيب عظيم من الخير.</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وَإِمَّا يَنزَغَنَّكَ مِنَ الشَّيْطَٰنِ نَزْغٌ فَاسْتَعِذْ بِاللَّهِ إِنَّهُ هُوَ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وسوس لك الشيطان ليصرفك عن ذلك فاستعذ بالله، إنه هو السميع العليم.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ءَايَٰتِهِ الَّيْلُ وَالنَّهَارُ وَالشَّمْسُ وَالْقَمَرُ لَا تَسْجُدُواْ لِلشَّمْسِ وَلَا لِلْقَمَرِ وَاسْجُدُواْ لِلَّهِ الَّذِي خَلَقَهُنَّ إِن كُنتُمْ إِيَّاهُ تَعْبُدُونَ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دلائل قدرته الليل والنهار والشمس والقمر، لا تسجدوا للشمس ولا للقمر، واسجدوا لله الذي خلقهن إن كنتم تعبدونه حقًّا.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اسْتَكْبَرُواْ فَالَّذِينَ عِندَ رَبِّكَ يُسَبِّحُونَ لَهُ بِالَّيْلِ وَالنَّهَارِ وَهُمْ لَا يَسْـَٔمُونَ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تكبّر المشركون عن السجود لله، فالملائكة عند ربك يسبّحونه بالليل والنهار وهم لا يملّون.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ءَايَٰتِهِ أَنَّكَ تَرَى الْأَرْضَ خَٰشِعَةً فَإِذَآ أَنزَلْنَا عَلَيْهَا الْمَآءَ اهْتَزَّتْ وَرَبَتْ إِنَّ الَّذِي أَحْيَاهَا لَمُحْيِ الْمَوْتَىٰ إِنَّهُ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دلائل قدرته أنك ترى الأرض يابسة، فإذا أنزلنا عليها المطر تحرّكت بالنبات وارتفعت، إن الذي أحياها لقادر على إحياء الموتى.</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يُلْحِدُونَ فِي ءَايَٰتِنَا لَا يَخْفَوْنَ عَلَيْنَآ أَفَمَن يُلْقَىٰ فِي النَّارِ خَيْرٌ أَم مَّن يَأْتِي ءَامِنًا يَوْمَ الْقِيَٰمَةِ اعْمَلُواْ مَا شِئْتُمْ إِنَّهُ بِمَا تَعْمَلُونَ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يميلون عن الحق في آياتنا لا يخفون علينا، أفمن يُلقى في النار خير أم من يأتي آمنًا يوم القيامة؟ اعملوا ما شئتم تهديدًا، إنه بما تعملون بصير.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بِالذِّكْرِ لَمَّا جَآءَهُمْ وَإِنَّهُ لَكِتَٰبٌ عَزِيزٌ</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كفروا بالقرآن لما جاءهم سيُجازون، وإنه لكتاب عزيز منيع.</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يَأْتِيهِ الْبَٰطِلُ مِن بَيْنِ يَدَيْهِ وَلَا مِنْ خَلْفِهِ تَنزِيلٌ مِّنْ حَكِيمٍ 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يأتيه الباطل من أي جهة، فهو محفوظ، منزَّل من حكيم في أمره محمود في صفاته.</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يُقَالُ لَكَ إِلَّا مَا قَدْ قِيلَ لِلرُّسُلِ مِن قَبْلِكَ إِنَّ رَبَّكَ لَذُو مَغْفِرَةٍ وَذُو عِقَابٍ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يقول لك المشركون إلا مثل ما قالته الأمم لرسلها من قبلك، إن ربك لذو مغفرة للتائبين، وذو عقاب موجع للمصرّين.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جَعَلْنَٰهُ قُرْءَانًا أَعْجَمِيًّا لَّقَالُواْ لَوْلَا فُصِّلَتْ ءَايَٰتُهُ ءَا۬عْجَمِيٌّ وَعَرَبِيٌّ قُلْ هُوَ لِلَّذِينَ ءَامَنُواْ هُدًى وَشِفَآءٌ وَالَّذِينَ لَا يُؤْمِنُونَ فِي ءَاذَانِهِمْ وَقْرٌ وَهُوَ عَلَيْهِمْ عَمًى أُوْلَـٰئِكَ يُنَادَوْنَ مِن مَّكَانٍ 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جعلنا القرآن بلغة غير العرب لقالوا: هلّا بُيّنت آياته! أكتاب أعجمي ونبي عربي؟ قل: هو للمؤمنين هدى وشفاء، والذين لا يؤمنون في آذانهم صمم عنه، وهو عليهم عمى، فهم كمن يُنادى من مكان بعيد فلا يسمع.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مُوسَى الْكِتَٰبَ فَاخْتُلِفَ فِيهِ وَلَوْلَا كَلِمَةٌ سَبَقَتْ مِن رَّبِّكَ لَقُضِيَ بَيْنَهُمْ وَإِنَّهُمْ لَفِي شَكٍّ مِّنْهُ مُرِيبٍ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آتينا موسى التوراة فاختلف فيها قومه، ولولا أن الله قضى بتأخير العذاب لعجّل بينهم، وإنهم لفي شك من القرآن.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عَمِلَ صَٰلِحًا فَلِنَفْسِهِ وَمَنْ أَسَآءَ فَعَلَيْهَا وَمَا رَبُّكَ بِظَلَّـٰمٍ لِّلْعَبِيدِ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عمل صالحًا فلنفسه، ومن أساء فعلى نفسه، وما ربك بظالم للعباد.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غافر</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٨٥</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٤٠</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يرد لمجمل السورة سبب نزول مشهور. وفي البخاري أن عقبة بن أبي معيط خنق النبي صلى الله عليه وسلم وهو يصلي بفناء الكعبة، فدفعه أبو بكر رضي الله عنه وقال: ﴿أتقتلون رجلًا أن يقول ربي الله وقد جاءكم بالبينات من ربكم﴾، متمثّلًا بكلمة مؤمن آل فرعون.</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أن الله غافر الذنب شديد العقاب، ودعاء الملائكة للمؤمنين، وقصة مؤمن آل فرعون الذي دافع عن موسى بالحكمة، والأمر بالدعاء والصبر.</a:t>
            </a:r>
            <a:endParaRPr lang="ar-SA"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6002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784348"/>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0266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تَنزِيلُ الْكِتَٰبِ مِنَ اللَّهِ الْعَزِيزِ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منزَّل من الله العزيز العليم.</a:t>
            </a:r>
            <a:endParaRPr lang="ar-SA" sz="3200" dirty="0"/>
          </a:p>
        </p:txBody>
      </p:sp>
      <p:sp>
        <p:nvSpPr>
          <p:cNvPr id="14" name="Shape 12"/>
          <p:cNvSpPr/>
          <p:nvPr/>
        </p:nvSpPr>
        <p:spPr>
          <a:xfrm>
            <a:off x="2103120" y="4210812"/>
            <a:ext cx="8641080" cy="0"/>
          </a:xfrm>
          <a:prstGeom prst="line">
            <a:avLst/>
          </a:prstGeom>
          <a:noFill/>
          <a:ln w="9525">
            <a:solidFill>
              <a:schemeClr val="accent2"/>
            </a:solidFill>
            <a:prstDash val="dash"/>
          </a:ln>
        </p:spPr>
      </p:sp>
      <p:sp>
        <p:nvSpPr>
          <p:cNvPr id="15" name="Shape 13"/>
          <p:cNvSpPr/>
          <p:nvPr/>
        </p:nvSpPr>
        <p:spPr>
          <a:xfrm>
            <a:off x="10927080" y="4471416"/>
            <a:ext cx="548640" cy="548640"/>
          </a:xfrm>
          <a:prstGeom prst="star8">
            <a:avLst/>
          </a:prstGeom>
          <a:solidFill>
            <a:schemeClr val="accent2"/>
          </a:solidFill>
          <a:ln/>
        </p:spPr>
      </p:sp>
      <p:sp>
        <p:nvSpPr>
          <p:cNvPr id="16" name="Shape 14"/>
          <p:cNvSpPr/>
          <p:nvPr/>
        </p:nvSpPr>
        <p:spPr>
          <a:xfrm>
            <a:off x="11036808" y="4581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71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45312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غَافِرِ الذَّنبِ وَقَابِلِ التَّوْبِ شَدِيدِ الْعِقَابِ ذِي الطَّوْلِ لَآ إِلَٰهَ إِلَّا هُوَ إِلَيْهِ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يغفر الذنوب، ويقبل التوبة، شديد العقاب لمن عصاه، صاحب الفضل والإنعام، لا معبود بحق إلا هو، إليه المرجع.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يُجَٰدِلُ فِي ءَايَٰتِ اللَّهِ إِلَّا الَّذِينَ كَفَرُواْ فَلَا يَغْرُرْكَ تَقَلُّبُهُمْ فِي الْبِلَٰدِ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يجادل في آيات الله بالباطل إلا الكفار، فلا يخدعك تنقّلهم في البلاد بالتجارة والنعيم.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قَبْلَهُمْ قَوْمُ نُوحٍ وَالْأَحْزَابُ مِن بَعْدِهِمْ وَهَمَّتْ كُلُّ أُمَّةٍ بِرَسُولِهِمْ لِيَأْخُذُوهُ وَجَٰدَلُواْ بِالْبَٰطِلِ لِيُدْحِضُواْ بِهِ الْحَقَّ فَأَخَذْتُهُمْ فَكَيْفَ كَانَ 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قبلهم قوم نوح والأمم بعدهم، وهمّت كل أمة برسولها ليقتلوه، وجادلوا بالباطل ليُبطلوا الحق، فأهلكتهم، فكيف كان عقابي؟</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حَقَّتْ كَلِمَتُ رَبِّكَ عَلَى الَّذِينَ كَفَرُواْ أَنَّهُمْ أَصْحَٰبُ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وجب حكم ربك على الكافرين أنهم أصحاب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يَحْمِلُونَ الْعَرْشَ وَمَنْ حَوْلَهُ يُسَبِّحُونَ بِحَمْدِ رَبِّهِمْ وَيُؤْمِنُونَ بِهِ وَيَسْتَغْفِرُونَ لِلَّذِينَ ءَامَنُواْ رَبَّنَا وَسِعْتَ كُلَّ شَيْءٍ رَّحْمَةً وَعِلْمًا فَاغْفِرْ لِلَّذِينَ تَابُواْ وَاتَّبَعُواْ سَبِيلَكَ وَقِهِمْ عَذَابَ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الملائكة الذين يحملون العرش ومن حوله يسبّحون بحمد ربهم ويؤمنون به، ويستغفرون للمؤمنين: ربنا وسعت كل شيء رحمة وعلمًا، فاغفر للذين تابوا واتّبعوا دينك، واحفظهم من عذاب الجحيم.</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وَأَدْخِلْهُمْ جَنَّـٰتِ عَدْنٍ الَّتِي وَعَدتَّهُمْ وَمَن صَلَحَ مِنْ ءَابَآئِهِمْ وَأَزْوَٰجِهِمْ وَذُرِّيَّـٰتِهِمْ إِنَّكَ أَنتَ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ربنا وأدخلهم جنات الإقامة الدائمة التي وعدتهم، ومن صلح من آبائهم وأزواجهم وذرياتهم، إنك أنت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وَقِهِمُ السَّيِّـَٔاتِ وَمَن تَقِ السَّيِّـَٔاتِ يَوْمَئِذٍ فَقَدْ رَحِمْتَهُ وَذَٰلِكَ هُوَ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واحفظهم من عقوبة السيئات، ومن تحفظه منها يوم القيامة فقد رحمته، وذلك هو الفوز العظيم.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يُنَادَوْنَ لَمَقْتُ اللَّهِ أَكْبَرُ مِن مَّقْتِكُمْ أَنفُسَكُمْ إِذْ تُدْعَوْنَ إِلَى الْإِيمَٰنِ فَتَكْفُرُونَ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الكفار يُنادَون في النار: لَبُغضُ الله لكم في الدنيا حين كنتم تُدعون إلى الإيمان فتكفرون، أشدّ من بغضكم لأنفسكم اليوم.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رَبَّنَآ أَمَتَّنَا اثْنَتَيْنِ وَأَحْيَيْتَنَا اثْنَتَيْنِ فَاعْتَرَفْنَا بِذُنُوبِنَا فَهَلْ إِلَىٰ خُرُوجٍ مِّن سَبِيلٍ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ربنا أمتّنا مرتين وأحييتنا مرتين، فاعترفنا بذنوبنا، فهل من طريق إلى الخروج من النار؟</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ذَٰلِكُم بِأَنَّهُ إِذَا دُعِيَ اللَّهُ وَحْدَهُ كَفَرْتُمْ وَإِن يُشْرَكْ بِهِ تُؤْمِنُواْ فَالْحُكْمُ لِلَّهِ الْعَلِيِّ الْكَبِيرِ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العذاب لأنكم إذا دُعي الله وحده كفرتم، وإن أُشرك به صدّقتم، فالحكم لله العليّ الكبير.</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يُرِيكُمْ ءَايَٰتِهِ وَيُنَزِّلُ لَكُم مِّنَ السَّمَآءِ رِزْقًا وَمَا يَتَذَكَّرُ إِلَّا مَن يُنِيبُ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يُريكم دلائل قدرته، ويُنزل لكم من السماء المطر رزقًا، وما يتّعظ إلا من يرجع إلى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57884"/>
            <a:ext cx="548640" cy="548640"/>
          </a:xfrm>
          <a:prstGeom prst="star8">
            <a:avLst/>
          </a:prstGeom>
          <a:solidFill>
            <a:schemeClr val="accent2"/>
          </a:solidFill>
          <a:ln/>
        </p:spPr>
      </p:sp>
      <p:sp>
        <p:nvSpPr>
          <p:cNvPr id="6" name="Shape 4"/>
          <p:cNvSpPr/>
          <p:nvPr/>
        </p:nvSpPr>
        <p:spPr>
          <a:xfrm>
            <a:off x="11036808" y="1467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57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339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فَادْعُواْ اللَّهَ مُخْلِصِينَ لَهُ الدِّينَ وَلَوْ كَرِهَ الْكَٰفِرُونَ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فادعوا الله وحده مخلصين له العبادة، ولو كره الكافرون ذلك.</a:t>
            </a:r>
            <a:endParaRPr lang="ar-SA" sz="3200" dirty="0"/>
          </a:p>
        </p:txBody>
      </p:sp>
      <p:sp>
        <p:nvSpPr>
          <p:cNvPr id="9" name="Shape 7"/>
          <p:cNvSpPr/>
          <p:nvPr/>
        </p:nvSpPr>
        <p:spPr>
          <a:xfrm>
            <a:off x="2103120" y="2423160"/>
            <a:ext cx="8641080" cy="0"/>
          </a:xfrm>
          <a:prstGeom prst="line">
            <a:avLst/>
          </a:prstGeom>
          <a:noFill/>
          <a:ln w="9525">
            <a:solidFill>
              <a:schemeClr val="accent2"/>
            </a:solidFill>
            <a:prstDash val="dash"/>
          </a:ln>
        </p:spPr>
      </p:sp>
      <p:sp>
        <p:nvSpPr>
          <p:cNvPr id="10" name="Shape 8"/>
          <p:cNvSpPr/>
          <p:nvPr/>
        </p:nvSpPr>
        <p:spPr>
          <a:xfrm>
            <a:off x="10927080" y="2583180"/>
            <a:ext cx="548640" cy="548640"/>
          </a:xfrm>
          <a:prstGeom prst="star8">
            <a:avLst/>
          </a:prstGeom>
          <a:solidFill>
            <a:schemeClr val="accent2"/>
          </a:solidFill>
          <a:ln/>
        </p:spPr>
      </p:sp>
      <p:sp>
        <p:nvSpPr>
          <p:cNvPr id="11" name="Shape 9"/>
          <p:cNvSpPr/>
          <p:nvPr/>
        </p:nvSpPr>
        <p:spPr>
          <a:xfrm>
            <a:off x="11036808" y="269290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831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256489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رَفِيعُ الدَّرَجَٰتِ ذُو الْعَرْشِ يُلْقِي الرُّوحَ مِنْ أَمْرِهِ عَلَىٰ مَن يَشَآءُ مِنْ عِبَادِهِ لِيُنذِرَ يَوْمَ التَّلَاقِ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رفيع الدرجات، صاحب العرش، يُنزل الوحي بأمره على من يشاء من عباده، ليُنذر الناس يوم القيامة الذي يلتقي فيه الخلق.</a:t>
            </a:r>
            <a:endParaRPr lang="ar-SA" sz="3200" dirty="0"/>
          </a:p>
        </p:txBody>
      </p:sp>
      <p:sp>
        <p:nvSpPr>
          <p:cNvPr id="14" name="Shape 12"/>
          <p:cNvSpPr/>
          <p:nvPr/>
        </p:nvSpPr>
        <p:spPr>
          <a:xfrm>
            <a:off x="2103120" y="4572000"/>
            <a:ext cx="8641080" cy="0"/>
          </a:xfrm>
          <a:prstGeom prst="line">
            <a:avLst/>
          </a:prstGeom>
          <a:noFill/>
          <a:ln w="9525">
            <a:solidFill>
              <a:schemeClr val="accent2"/>
            </a:solidFill>
            <a:prstDash val="dash"/>
          </a:ln>
        </p:spPr>
      </p:sp>
      <p:sp>
        <p:nvSpPr>
          <p:cNvPr id="15" name="Shape 13"/>
          <p:cNvSpPr/>
          <p:nvPr/>
        </p:nvSpPr>
        <p:spPr>
          <a:xfrm>
            <a:off x="10927080" y="4732020"/>
            <a:ext cx="548640" cy="548640"/>
          </a:xfrm>
          <a:prstGeom prst="star8">
            <a:avLst/>
          </a:prstGeom>
          <a:solidFill>
            <a:schemeClr val="accent2"/>
          </a:solidFill>
          <a:ln/>
        </p:spPr>
      </p:sp>
      <p:sp>
        <p:nvSpPr>
          <p:cNvPr id="16" name="Shape 14"/>
          <p:cNvSpPr/>
          <p:nvPr/>
        </p:nvSpPr>
        <p:spPr>
          <a:xfrm>
            <a:off x="11036808" y="484174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7320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8" name="Text 16"/>
          <p:cNvSpPr txBox="1"/>
          <p:nvPr/>
        </p:nvSpPr>
        <p:spPr>
          <a:xfrm>
            <a:off x="731520" y="4713732"/>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هُم بَٰرِزُونَ لَا يَخْفَىٰ عَلَى اللَّهِ مِنْهُمْ شَيْءٌ لِّمَنِ الْمُلْكُ الْيَوْمَ لِلَّهِ الْوَٰحِدِ الْقَهَّارِ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هم ظاهرون لا يسترهم شيء، لا يخفى على الله منهم شيء، يقول الله: لمن الملك اليوم؟ لله الواحد القهار.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الْيَوْمَ تُجْزَىٰ كُلُّ نَفْسٍ بِمَا كَسَبَتْ لَا ظُلْمَ الْيَوْمَ إِنَّ اللَّهَ سَرِيعُ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اليوم تُجزى كل نفس بما عملت، لا ظلم اليوم، إن الله سريع الحساب.</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وَأَنذِرْهُمْ يَوْمَ الْأزِفَةِ إِذِ الْقُلُوبُ لَدَى الْحَنَاجِرِ كَٰظِمِينَ مَا لِلظَّـٰلِمِينَ مِنْ حَمِيمٍ وَلَا شَفِيعٍ يُطَاعُ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وأنذرهم يوم القيامة القريب، إذ القلوب ترتفع إلى الحناجر من الخوف، ممتلئين غمًّا، ما للظالمين من صديق ولا شفيع يُطاع.</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يَعْلَمُ خَآئِنَةَ الْأَعْيُنِ وَمَا تُخْفِي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يعلم الله النظرة الخائنة من العين، وما تُخفيه الصدور.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يَقْضِي بِالْحَقِّ وَالَّذِينَ يَدْعُونَ مِن دُونِهِ لَا يَقْضُونَ بِشَيْءٍ إِنَّ اللَّهَ هُوَ السَّمِيعُ الْبَصِيرُ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يقضي بالعدل، والآلهة التي يعبدونها من دونه لا تقضي بشيء، إن الله هو السميع البصير.</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يَسِيرُواْ فِي الْأَرْضِ فَيَنظُرُواْ كَيْفَ كَانَ عَٰقِبَةُ الَّذِينَ كَانُواْ مِن قَبْلِهِمْ كَانُواْ هُمْ أَشَدَّ مِنْهُمْ قُوَّةً وَءَاثَارًا فِي الْأَرْضِ فَأَخَذَهُمُ اللَّهُ بِذُنُوبِهِمْ وَمَا كَانَ لَهُم مِّنَ اللَّهِ مِن وَاقٍ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يسيروا في الأرض فينظروا كيف كانت عاقبة الأمم قبلهم؟ كانوا أشد منهم قوة وآثارًا في الأرض، فأهلكهم الله بذنوبهم، وما كان لهم من يحميهم من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بِأَنَّهُمْ كَانَت تَّأْتِيهِمْ رُسُلُهُم بِالْبَيِّنَٰتِ فَكَفَرُواْ فَأَخَذَهُمُ اللَّهُ إِنَّهُ قَوِيٌّ شَدِيدُ الْعِقَابِ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لأنهم كانت تأتيهم رسلهم بالمعجزات فكفروا، فأهلكهم الله، إنه قوي شديد العقاب.</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مُوسَىٰ بِـَٔايَٰتِنَا وَسُلْطَٰنٍ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موسى بمعجزاتنا وحجة واضحة.</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إِلَىٰ فِرْعَوْنَ وَهَٰمَٰنَ وَقَٰرُونَ فَقَالُواْ سَٰحِرٌ كَذَّابٌ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إلى فرعون ووزيره هامان وقارون، فقالوا: ساحر كذّاب.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جَآءَهُم بِالْحَقِّ مِنْ عِندِنَا قَالُواْ اقْتُلُواْ أَبْنَآءَ الَّذِينَ ءَامَنُواْ مَعَهُ وَاسْتَحْيُواْ نِسَآءَهُمْ وَمَا كَيْدُ الْكَٰفِرِينَ إِلَّا فِي ضَلَٰلٍ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جاءهم بالحق قالوا: اقتلوا أبناء المؤمنين معه، واتركوا نساءهم أحياء للخدمة، وما مكر الكافرين إلا في ضياع.</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فِرْعَوْنُ ذَرُونِي أَقْتُلْ مُوسَىٰ وَلْيَدْعُ رَبَّهُ إِنِّي أَخَافُ أَن يُبَدِّلَ دِينَكُمْ أَوْ أَن يُظْهِرَ فِي الْأَرْضِ الْفَسَادَ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فرعون: اتركوني أقتل موسى، وليدعُ ربه ليمنعه، إني أخاف أن يغيّر دينكم أو ينشر الفساد في الأرض.</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مُوسَىٰ إِنِّي عُذْتُ بِرَبِّي وَرَبِّكُم مِّن كُلِّ مُتَكَبِّرٍ لَّا يُؤْمِنُ بِيَوْمِ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موسى: إني استجرت بربي وربكم من كل متكبّر لا يؤمن بيوم الحساب.</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رَجُلٌ مُّؤْمِنٌ مِّنْ ءَالِ فِرْعَوْنَ يَكْتُمُ إِيمَٰنَهُ أَتَقْتُلُونَ رَجُلًا أَن يَقُولَ رَبِّيَ اللَّهُ وَقَدْ جَآءَكُم بِالْبَيِّنَٰتِ مِن رَّبِّكُمْ وَإِن يَكُ كَٰذِبًا فَعَلَيْهِ كَذِبُهُ وَإِن يَكُ صَادِقًا يُصِبْكُم بَعْضُ الَّذِي يَعِدُكُمْ إِنَّ اللَّهَ لَا يَهْدِي مَنْ هُوَ مُسْرِفٌ كَذَّابٌ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رجل مؤمن من قوم فرعون يُخفي إيمانه: أتقتلون رجلًا لأنه يقول: ربي الله، وقد جاءكم بالمعجزات؟ فإن كان كاذبًا فعليه كذبه، وإن كان صادقًا يُصبكم بعض ما يتوعّدكم به، إن الله لا يهدي المسرف الكذاب.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يَٰقَوْمِ لَكُمُ الْمُلْكُ الْيَوْمَ ظَٰهِرِينَ فِي الْأَرْضِ فَمَن يَنصُرُنَا مِن بَأْسِ اللَّهِ إِن جَآءَنَا قَالَ فِرْعَوْنُ مَآ أُرِيكُمْ إِلَّا مَآ أَرَىٰ وَمَآ أَهْدِيكُمْ إِلَّا سَبِيلَ الرَّشَادِ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قوم، لكم الملك اليوم غالبين في الأرض، فمن ينصرنا من عذاب الله إن جاءنا؟ قال فرعون: ما أُشير عليكم إلا بما أراه صوابًا، وما أدلّكم إلا على طريق الرشد.</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 ءَامَنَ يَٰقَوْمِ إِنِّي أَخَافُ عَلَيْكُم مِّثْلَ يَوْمِ الْأَحْزَابِ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المؤمن: يا قوم، إني أخاف عليكم مثل يوم هلاك الأمم المكذّبة.</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مِثْلَ دَأْبِ قَوْمِ نُوحٍ وَعَادٍ وَثَمُودَ وَالَّذِينَ مِن بَعْدِهِمْ وَمَا اللَّهُ يُرِيدُ ظُلْمًا لِّلْعِبَادِ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مثل عادة قوم نوح وعاد وثمود ومن بعدهم في التكذيب والهلاك، وما الله يريد ظلمًا للعباد.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وَيَٰقَوْمِ إِنِّي أَخَافُ عَلَيْكُمْ يَوْمَ التَّنَادِ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ويا قوم، إني أخاف عليكم يوم القيامة الذي ينادي فيه الناس بعضهم بعضًا.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تُوَلُّونَ مُدْبِرِينَ مَا لَكُم مِّنَ اللَّهِ مِنْ عَاصِمٍ وَمَن يُضْلِلِ اللَّهُ فَمَا لَهُ مِنْ هَادٍ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تُدبرون هاربين، ما لكم من الله من مانع، ومن يُضلله الله فما له من هادٍ.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جَآءَكُمْ يُوسُفُ مِن قَبْلُ بِالْبَيِّنَٰتِ فَمَا زِلْتُمْ فِي شَكٍّ مِّمَّا جَآءَكُم بِهِ حَتَّىٰ إِذَا هَلَكَ قُلْتُمْ لَن يَبْعَثَ اللَّهُ مِن بَعْدِهِ رَسُولًا كَذَٰلِكَ يُضِلُّ اللَّهُ مَنْ هُوَ مُسْرِفٌ مُّرْتَابٌ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جاءكم يوسف من قبل بالمعجزات، فما زلتم في شك مما جاء به، حتى إذا مات قلتم: لن يبعث الله بعده رسولًا، كذلك يُضل الله المسرف الشاكّ.</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يُجَٰدِلُونَ فِي ءَايَٰتِ اللَّهِ بِغَيْرِ سُلْطَٰنٍ أَتَىٰهُمْ كَبُرَ مَقْتًا عِندَ اللَّهِ وَعِندَ الَّذِينَ ءَامَنُواْ كَذَٰلِكَ يَطْبَعُ اللَّهُ عَلَىٰ كُلِّ قَلْبِ مُتَكَبِّرٍ جَبَّارٍ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يجادلون في آيات الله بغير حجة، عظُم ذلك بغضًا عند الله وعند المؤمنين، كذلك يختم الله على قلب كل متكبّر جبار.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فِرْعَوْنُ يَٰهَٰمَٰنُ ابْنِ لِي صَرْحًا لَّعَلِّي أَبْلُغُ الْأَسْبَٰبَ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فرعون: يا هامان، ابنِ لي بناءً عاليًا لعلّي أبلغ الطرق.</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أَسْبَٰبَ السَّمَٰوَٰتِ فَأَطَّلِعَ إِلَىٰ إِلَٰهِ مُوسَىٰ وَإِنِّي لَأَظُنُّهُ كَٰذِبًا وَكَذَٰلِكَ زُيِّنَ لِفِرْعَوْنَ سُوءُ عَمَلِهِ وَصُدَّ عَنِ السَّبِيلِ وَمَا كَيْدُ فِرْعَوْنَ إِلَّا فِي تَبَابٍ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طرق السماوات، فأنظر إلى إله موسى، وإني لأظنه كاذبًا، وهكذا زُيّن لفرعون عمله السيئ وصُدّ عن الحق، وما مكر فرعون إلا في خسارة.</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 ءَامَنَ يَٰقَوْمِ اتَّبِعُونِ أَهْدِكُمْ سَبِيلَ الرَّشَادِ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المؤمن: يا قوم، اتّبعوني أدلّكم على طريق الرشد.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يَٰقَوْمِ إِنَّمَا هَٰذِهِ الْحَيَوٰةُ الدُّنْيَا مَتَٰعٌ وَإِنَّ الْأخِرَةَ هِيَ دَارُ الْقَرَارِ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قوم، إنما هذه الحياة الدنيا متاع قليل زائل، وإن الآخرة هي دار الاستقرار.</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عَمِلَ سَيِّئَةً فَلَا يُجْزَىٰ إِلَّا مِثْلَهَا وَمَنْ عَمِلَ صَٰلِحًا مِّن ذَكَرٍ أَوْ أُنثَىٰ وَهُوَ مُؤْمِنٌ فَأُوْلَـٰئِكَ يَدْخُلُونَ الْجَنَّةَ يُرْزَقُونَ فِيهَا بِغَيْرِ 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عمل سيئة فلا يُجزى إلا مثلها، ومن عمل صالحًا من ذكر أو أنثى وهو مؤمن، فأولئك يدخلون الجنة يُرزقون فيها بغير حساب.</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وَيَٰقَوْمِ مَا لِي أَدْعُوكُمْ إِلَى النَّجَوٰةِ وَتَدْعُونَنِي إِلَى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ويا قوم، ما لي أدعوكم إلى النجاة من النار وتدعونني إلى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تَدْعُونَنِي لِأَكْفُرَ بِاللَّهِ وَأُشْرِكَ بِهِ مَا لَيْسَ لِي بِهِ عِلْمٌ وَأَنَا أَدْعُوكُمْ إِلَى الْعَزِيزِ الْغَفَّـٰرِ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تدعونني لأكفر بالله وأُشرك به ما لا علم لي بأنه يستحق العبادة، وأنا أدعوكم إلى العزيز الغفار.</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جَرَمَ أَنَّمَا تَدْعُونَنِي إِلَيْهِ لَيْسَ لَهُ دَعْوَةٌ فِي الدُّنْيَا وَلَا فِي الْأخِرَةِ وَأَنَّ مَرَدَّنَآ إِلَى اللَّهِ وَأَنَّ الْمُسْرِفِينَ هُمْ أَصْحَٰبُ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حقًّا إن ما تدعونني إليه لا يستجيب دعاءً في الدنيا ولا في الآخرة، وإن مرجعنا إلى الله، وإن المسرفين هم أصحاب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فَسَتَذْكُرُونَ مَآ أَقُولُ لَكُمْ وَأُفَوِّضُ أَمْرِي إِلَى اللَّهِ إِنَّ اللَّهَ بَصِيرٌ بِالْعِبَادِ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فستذكرون نصيحتي حين لا ينفع التذكّر، وأُسلّم أمري إلى الله، إن الله بصير بالعباد.</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فَوَقَىٰهُ اللَّهُ سَيِّـَٔاتِ مَا مَكَرُواْ وَحَاقَ بِـَٔالِ فِرْعَوْنَ سُوءُ الْعَذَابِ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فحفظه الله من مكرهم السيئ، ونزل بآل فرعون أسوأ العذاب.</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النَّارُ يُعْرَضُونَ عَلَيْهَا غُدُوًّا وَعَشِيًّا وَيَوْمَ تَقُومُ السَّاعَةُ أَدْخِلُواْ ءَالَ فِرْعَوْنَ أَشَدَّ الْعَذَابِ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النار يُعرضون عليها صباحًا ومساءً في قبورهم، ويوم تقوم القيامة يُقال: أدخلوا آل فرعون أشد العذاب.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يَتَحَآجُّونَ فِي النَّارِ فَيَقُولُ الضُّعَفَـٰؤُاْ لِلَّذِينَ اسْتَكْبَرُواْ إِنَّا كُنَّا لَكُمْ تَبَعًا فَهَلْ أَنتُم مُّغْنُونَ عَنَّا نَصِيبًا مِّنَ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يتخاصمون في النار، فيقول الضعفاء للمتكبرين: إنا كنا لكم أتباعًا، فهل تحملون عنا شيئًا من النار؟</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الَّذِينَ اسْتَكْبَرُواْ إِنَّا كُلٌّ فِيهَآ إِنَّ اللَّهَ قَدْ حَكَمَ بَيْنَ الْعِبَادِ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المتكبرون: إنا جميعًا فيها، إن الله قد حكم بين العباد.</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فِي النَّارِ لِخَزَنَةِ جَهَنَّمَ ادْعُواْ رَبَّكُمْ يُخَفِّفْ عَنَّا يَوْمًا مِّنَ الْعَذَابِ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أهل النار لخزنة جهنم: ادعوا ربكم يُخفّف عنا يومًا من العذاب.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أَوَلَمْ تَكُ تَأْتِيكُمْ رُسُلُكُم بِالْبَيِّنَٰتِ قَالُواْ بَلَىٰ قَالُواْ فَادْعُواْ وَمَا دُعَـٰؤُاْ الْكَٰفِرِينَ إِلَّا فِي ضَلَٰلٍ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الخزنة: أولم تأتكم رسلكم بالبينات؟ قالوا: بلى، قالوا: فادعوا أنتم، وما دعاء الكافرين إلا في ضياع.</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لَنَنصُرُ رُسُلَنَا وَالَّذِينَ ءَامَنُواْ فِي الْحَيَوٰةِ الدُّنْيَا وَيَوْمَ يَقُومُ الْأَشْهَٰدُ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لننصر رسلنا والمؤمنين في الحياة الدنيا، ويوم القيامة حين يقوم الشهود.</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لَا يَنفَعُ الظَّـٰلِمِينَ مَعْذِرَتُهُمْ وَلَهُمُ اللَّعْنَةُ وَلَهُمْ سُوءُ الدَّارِ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لا ينفع الظالمين اعتذارهم، ولهم الطرد من رحمة الله، ولهم أسوأ دار وهي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مُوسَى الْهُدَىٰ وَأَوْرَثْنَا بَنِي إِسْرَـٰءِيلَ الْكِتَٰبَ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آتينا موسى الهدى، وأورثنا بني إسرائيل التوراة.</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هُدًى وَذِكْرَىٰ لِأُوْلِي الْأَلْبَٰبِ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هدى وتذكيرًا لأصحاب العقول.</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فَاصْبِرْ إِنَّ وَعْدَ اللَّهِ حَقٌّ وَاسْتَغْفِرْ لِذَنبِكَ وَسَبِّحْ بِحَمْدِ رَبِّكَ بِالْعَشِيِّ وَالْإِبْكَٰرِ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فاصبر يا محمد، إن وعد الله حق، واستغفر لذنبك، وسبّح بحمد ربك في المساء والصباح.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٥٦ – 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يُجَٰدِلُونَ فِي ءَايَٰتِ اللَّهِ بِغَيْرِ سُلْطَٰنٍ أَتَىٰهُمْ إِن فِي صُدُورِهِمْ إِلَّا كِبْرٌ مَّا هُم بِبَٰلِغِيهِ فَاسْتَعِذْ بِاللَّهِ إِنَّهُ هُوَ السَّمِيعُ الْبَصِيرُ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يجادلون في آيات الله بغير حجة، ما في صدورهم إلا تكبّر لن يبلغوا مرادهم منه، فاستعذ بالله إنه هو السميع البصير.</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لَخَلْقُ السَّمَٰوَٰتِ وَالْأَرْضِ أَكْبَرُ مِنْ خَلْقِ النَّاسِ وَلَٰكِنَّ أَكْثَرَ النَّاسِ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لخلق السماوات والأرض أعظم من خلق الناس وإعادتهم، ولكن أكثر الناس لا يعلمون.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٥٨ – ٥٩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يَسْتَوِي الْأَعْمَىٰ وَالْبَصِيرُ وَالَّذِينَ ءَامَنُواْ وَعَمِلُواْ الصَّـٰلِحَٰتِ وَلَا الْمُسِيءُ قَلِيلًا مَّا تَتَذَكَّرُونَ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يستوي الأعمى والبصير، ولا يستوي المؤمنون الصالحون والمسيء، قليلًا ما تتذكرون.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السَّاعَةَ لَأتِيَةٌ لَّا رَيْبَ فِيهَا وَلَٰكِنَّ أَكْثَرَ النَّاسِ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القيامة لآتية لا شك فيها، ولكن أكثر الناس لا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٦٠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رَبُّكُمُ ادْعُونِي أَسْتَجِبْ لَكُمْ إِنَّ الَّذِينَ يَسْتَكْبِرُونَ عَنْ عِبَادَتِي سَيَدْخُلُونَ جَهَنَّمَ دَاخِرِينَ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ربكم: ادعوني أستجب لكم، إن الذين يتكبّرون عن عبادتي سيدخلون جهنم صاغرين. وقال النبي صلى الله عليه وسلم: «الدعاء هو العبادة» (رواه الترمذي).</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جَعَلَ لَكُمُ الَّيْلَ لِتَسْكُنُواْ فِيهِ وَالنَّهَارَ مُبْصِرًا إِنَّ اللَّهَ لَذُو فَضْلٍ عَلَى النَّاسِ وَلَٰكِنَّ أَكْثَرَ النَّاسِ لَا يَشْكُرُونَ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جعل لكم الليل لتستريحوا فيه، والنهار مضيئًا، إن الله لذو فضل على الناس، ولكن أكثرهم لا يشكرون.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ذَٰلِكُمُ اللَّهُ رَبُّكُمْ خَٰلِقُ كُلِّ شَيْءٍ لَّآ إِلَٰهَ إِلَّا هُوَ فَأَنَّىٰ تُؤْفَكُونَ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ذلكم الله ربكم خالق كل شيء، لا معبود بحق إلا هو، فكيف تُصرفون عن عبادته؟</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يُؤْفَكُ الَّذِينَ كَانُواْ بِـَٔايَٰتِ اللَّهِ يَجْحَدُونَ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كذلك يُصرف عن الحق الذين كانوا بآيات الله يجحدون.</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جَعَلَ لَكُمُ الْأَرْضَ قَرَارًا وَالسَّمَآءَ بِنَآءً وَصَوَّرَكُمْ فَأَحْسَنَ صُوَرَكُمْ وَرَزَقَكُم مِّنَ الطَّيِّبَٰتِ ذَٰلِكُمُ اللَّهُ رَبُّكُمْ فَتَبَارَكَ اللَّهُ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جعل لكم الأرض مستقرًّا، والسماء سقفًا محكمًا، وصوّركم فأحسن صوركم، ورزقكم من الطيبات، ذلكم الله ربكم فتبارك الله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الْحَيُّ لَآ إِلَٰهَ إِلَّا هُوَ فَادْعُوهُ مُخْلِصِينَ لَهُ الدِّينَ الْحَمْدُ 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الحي الذي لا يموت، لا معبود بحق إلا هو، فادعوه مخلصين له العبادة، الحمد لله رب العالمين.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إِنِّي نُهِيتُ أَنْ أَعْبُدَ الَّذِينَ تَدْعُونَ مِن دُونِ اللَّهِ لَمَّا جَآءَنِيَ الْبَيِّنَٰتُ مِن رَّبِّي وَأُمِرْتُ أَنْ أُسْلِمَ لِرَبِّ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إني نُهيت أن أعبد ما تعبدون من دون الله لما جاءتني الأدلة من ربي، وأُمرت أن أنقاد لرب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٦٧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خَلَقَكُم مِّن تُرَابٍ ثُمَّ مِن نُّطْفَةٍ ثُمَّ مِنْ عَلَقَةٍ ثُمَّ يُخْرِجُكُمْ طِفْلًا ثُمَّ لِتَبْلُغُواْ أَشُدَّكُمْ ثُمَّ لِتَكُونُواْ شُيُوخًا وَمِنكُم مَّن يُتَوَفَّىٰ مِن قَبْلُ وَلِتَبْلُغُواْ أَجَلًا مُّسَمًّى وَلَعَلَّكُمْ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خلقكم من تراب، ثم من نطفة، ثم من علقة، ثم يُخرجكم أطفالًا، ثم لتبلغوا قوّتكم، ثم لتكونوا شيوخًا، ومنكم من يموت قبل ذلك، ولتبلغوا أجلًا محددًا، ولعلكم تعقلون.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يُحْيِ وَيُمِيتُ فَإِذَا قَضَىٰ أَمْرًا فَإِنَّمَا يَقُولُ لَهُ كُن فَيَكُونُ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يُحيي ويُميت، فإذا أراد أمرًا فإنما يقول له: كن، فيكون.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إِلَى الَّذِينَ يُجَٰدِلُونَ فِي ءَايَٰتِ اللَّهِ أَنَّىٰ يُصْرَفُونَ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إلى الذين يجادلون في آيات الله، كيف يُصرفون عن الحق؟</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كَذَّبُواْ بِالْكِتَٰبِ وَبِمَآ أَرْسَلْنَا بِهِ رُسُلَنَا فَسَوْفَ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كذّبوا بالقرآن وبما أرسلنا به رسلنا، فسوف يعلمون عاقبة تكذيبهم.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الْأَغْلَٰلُ فِي أَعْنَٰقِهِمْ وَالسَّلَٰسِلُ يُسْحَبُونَ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الأغلال في أعناقهم والسلاسل، يُسحبون بها.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الْحَمِيمِ ثُمَّ فِي النَّارِ يُسْجَرُونَ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الماء الحار، ثم في النار يُحرَقون.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قِيلَ لَهُمْ أَيْنَ مَا كُنتُمْ تُشْرِكُونَ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قيل لهم توبيخًا: أين ما كنتم تعبدونهم؟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دُونِ اللَّهِ قَالُواْ ضَلُّواْ عَنَّا بَل لَّمْ نَكُن نَّدْعُواْ مِن قَبْلُ شَيْـًٔا كَذَٰلِكَ يُضِلُّ اللَّهُ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دون الله؟ قالوا: غابوا عنا، بل لم نكن نعبد من قبل شيئًا ينفع، كذلك يُضل الله الكافرين.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ذَٰلِكُم بِمَا كُنتُمْ تَفْرَحُونَ فِي الْأَرْضِ بِغَيْرِ الْحَقِّ وَبِمَا كُنتُمْ تَمْرَحُونَ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ذلكم العذاب بما كنتم تفرحون في الدنيا بالباطل، وبما كنتم تتكبّرون.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٧٦ –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ادْخُلُواْ أَبْوَٰبَ جَهَنَّمَ خَٰلِدِينَ فِيهَا فَبِئْسَ مَثْوَى الْمُتَكَبِّرِينَ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ادخلوا أبواب جهنم خالدين فيها، فبئس مقام المتكبرين.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فَاصْبِرْ إِنَّ وَعْدَ اللَّهِ حَقٌّ فَإِمَّا نُرِيَنَّكَ بَعْضَ الَّذِي نَعِدُهُمْ أَوْ نَتَوَفَّيَنَّكَ فَإِلَيْنَا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فاصبر يا محمد، إن وعد الله حق، فإما نُرينّك بعض ما نعدهم من العذاب في حياتك، أو نتوفّينك قبل ذلك، فإلينا يرجعون.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٧٨ – ٧٩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رُسُلًا مِّن قَبْلِكَ مِنْهُم مَّن قَصَصْنَا عَلَيْكَ وَمِنْهُم مَّن لَّمْ نَقْصُصْ عَلَيْكَ وَمَا كَانَ لِرَسُولٍ أَن يَأْتِيَ بِـَٔايَةٍ إِلَّا بِإِذْنِ اللَّهِ فَإِذَا جَآءَ أَمْرُ اللَّهِ قُضِيَ بِالْحَقِّ وَخَسِرَ هُنَالِكَ الْمُبْطِلُونَ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رسلًا قبلك، منهم من قصصنا عليك خبرهم، ومنهم من لم نقصص، وما كان لرسول أن يأتي بمعجزة إلا بإذن الله، فإذا جاء أمر الله قُضي بالعدل، وخسر هنالك أهل الباطل.</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جَعَلَ لَكُمُ الْأَنْعَٰمَ لِتَرْكَبُواْ مِنْهَا وَمِنْهَا تَأْكُلُونَ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جعل لكم الإبل والبقر والغنم، لتركبوا بعضها، ومنها تأكلون.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٨٠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وَلَكُمْ فِيهَا مَنَٰفِعُ وَلِتَبْلُغُواْ عَلَيْهَا حَاجَةً فِي صُدُورِكُمْ وَعَلَيْهَا وَعَلَى الْفُلْكِ تُحْمَلُونَ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ولكم فيها منافع أخرى كاللبن والصوف، ولتبلغوا عليها حاجاتكم في الأسفار، وعليها وعلى السفن تُحملون.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وَيُرِيكُمْ ءَايَٰتِهِ فَأَيَّ ءَايَٰتِ اللَّهِ تُنكِرُونَ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ويُريكم دلائل قدرته، فأيّ آيات الله تُنكرون؟</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أَفَلَمْ يَسِيرُواْ فِي الْأَرْضِ فَيَنظُرُواْ كَيْفَ كَانَ عَٰقِبَةُ الَّذِينَ مِن قَبْلِهِمْ كَانُواْ أَكْثَرَ مِنْهُمْ وَأَشَدَّ قُوَّةً وَءَاثَارًا فِي الْأَرْضِ فَمَآ أَغْنَىٰ عَنْهُم مَّا كَانُواْ يَكْسِبُونَ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أفلم يسيروا في الأرض فينظروا كيف كانت عاقبة الأمم قبلهم؟ كانوا أكثر منهم وأشد قوة وآثارًا، فما نفعهم ما كانوا يجمعون.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غافر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جَآءَتْهُمْ رُسُلُهُم بِالْبَيِّنَٰتِ فَرِحُواْ بِمَا عِندَهُم مِّنَ الْعِلْمِ وَحَاقَ بِهِم مَّا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جاءتهم رسلهم بالمعجزات فرحوا بما عندهم من علم الدنيا، ونزل بهم العذاب الذي كانوا يستهزئون به.</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رَأَوْاْ بَأْسَنَا قَالُواْ ءَامَنَّا بِاللَّهِ وَحْدَهُ وَكَفَرْنَا بِمَا كُنَّا بِهِ 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رأوا عذابنا قالوا: آمنّا بالله وحده، وكفرنا بما كنا نُشرك به.</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 يَكُ يَنفَعُهُمْ إِيمَٰنُهُمْ لَمَّا رَأَوْاْ بَأْسَنَا سُنَّتَ اللَّهِ الَّتِي قَدْ خَلَتْ فِي عِبَادِهِ وَخَسِرَ هُنَالِكَ الْكَٰفِرُونَ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 ينفعهم إيمانهم حين رأوا العذاب، تلك سنة الله الماضية في عباده، وخسر هنالك الكافرون.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الزمر</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٣٢ – ٧٥</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رضي الله عنهما: إن ناسًا من أهل الشرك كانوا قد قتلوا فأكثروا، وزنوا فأكثروا، فأتوا النبي صلى الله عليه وسلم فقالوا: إن الذي تقول وتدعو إليه لحسن، لو تخبرنا أن لما عملنا كفّارة، فنزل: ﴿قل يا عبادي الذين أسرفوا على أنفسهم لا تقنطوا من رحمة الله﴾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يبدأ هذا الجزء من الآية ٣٢: كفاية الله لعبده المتوكّل، وفتح باب التوبة لكل المسرفين، ومشاهد يوم القيامة حين يُساق الكفار إلى النار زُمَرًا والمتقون إلى الجنة زُمَرًا.</a:t>
            </a:r>
            <a:endParaRPr lang="ar-SA"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أَظْلَمُ مِمَّن كَذَبَ عَلَى اللَّهِ وَكَذَّبَ بِالصِّدْقِ إِذْ جَآءَهُ أَلَيْسَ فِي جَهَنَّمَ مَثْوًى لِّلْكَٰفِرِينَ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أحد أظلم ممن كذب على الله فنسب إليه الشريك والولد، وكذّب بالقرآن لما جاءه، أليس في جهنم مقام للكافرين؟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 جَآءَ بِالصِّدْقِ وَصَدَّقَ بِهِ أُوْلَـٰئِكَ هُمُ الْمُتَّقُونَ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 جاء بالصدق وهو النبي صلى الله عليه وسلم، والذين صدّقوا به من المؤمنين، أولئك هم المتقون.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لَهُم مَّا يَشَآءُونَ عِندَ رَبِّهِمْ ذَٰلِكَ جَزَآءُ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لهم ما يشتهون عند ربهم في الجنة، ذلك جزاء المحسنين.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لِيُكَفِّرَ اللَّهُ عَنْهُمْ أَسْوَأَ الَّذِي عَمِلُواْ وَيَجْزِيَهُمْ أَجْرَهُم بِأَحْسَنِ الَّذِي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ليمحو الله عنهم أسوأ ما عملوا، ويجزيهم ثوابهم بأحسن أعمالهم.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أَلَيْسَ اللَّهُ بِكَافٍ عَبْدَهُ وَيُخَوِّفُونَكَ بِالَّذِينَ مِن دُونِهِ وَمَن يُضْلِلِ اللَّهُ فَمَا لَهُ مِنْ هَادٍ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أليس الله كافيًا عبده محمدًا صلى الله عليه وسلم وكل عبد متوكّل عليه؟ ويخوّفك المشركون بأصنامهم، ومن يُضلله الله فما له من هادٍ.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يَهْدِ اللَّهُ فَمَا لَهُ مِن مُّضِلٍّ أَلَيْسَ اللَّهُ بِعَزِيزٍ ذِي انتِقَامٍ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يهده الله فلا أحد يُضلّه، أليس الله بعزيز ينتقم من أعدائه؟</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سَأَلْتَهُم مَّنْ خَلَقَ السَّمَٰوَٰتِ وَالْأَرْضَ لَيَقُولُنَّ اللَّهُ قُلْ أَفَرَءَيْتُم مَّا تَدْعُونَ مِن دُونِ اللَّهِ إِنْ أَرَادَنِيَ اللَّهُ بِضُرٍّ هَلْ هُنَّ كَٰشِفَٰتُ ضُرِّهِ أَوْ أَرَادَنِي بِرَحْمَةٍ هَلْ هُنَّ مُمْسِكَٰتُ رَحْمَتِهِ قُلْ حَسْبِيَ اللَّهُ عَلَيْهِ يَتَوَكَّلُ الْمُتَوَكِّلُونَ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سألتهم: من خلق السماوات والأرض؟ ليقولُنّ: الله، قل: أخبروني إن أرادني الله بضرّ، هل تكشفه أصنامكم؟ أو أرادني برحمة، هل تمنعها؟ قل: الله كافيني، عليه يتوكّل المتوكّلون.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يَٰقَوْمِ اعْمَلُواْ عَلَىٰ مَكَانَتِكُمْ إِنِّي عَٰمِلٌ فَسَوْفَ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قوم، اعملوا على طريقتكم، إني عامل على طريقتي، فسوف تعلمون.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يَأْتِيهِ عَذَابٌ يُخْزِيهِ وَيَحِلُّ عَلَيْهِ عَذَابٌ مُّقِيمٌ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يأتيه عذاب يُذلّه في الدنيا، وينزل عليه عذاب دائم في الآخرة.</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أَنزَلْنَا عَلَيْكَ الْكِتَٰبَ لِلنَّاسِ بِالْحَقِّ فَمَنِ اهْتَدَىٰ فَلِنَفْسِهِ وَمَن ضَلَّ فَإِنَّمَا يَضِلُّ عَلَيْهَا وَمَآ أَنتَ عَلَيْهِم بِوَكِيلٍ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أنزلنا عليك القرآن لهداية الناس بالحق، فمن اهتدى فنفعه لنفسه، ومن ضلّ فضرره عليها، ولست عليهم بمسؤول عن هدايتهم.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يَتَوَفَّى الْأَنفُسَ حِينَ مَوْتِهَا وَالَّتِي لَمْ تَمُتْ فِي مَنَامِهَا فَيُمْسِكُ الَّتِي قَضَىٰ عَلَيْهَا الْمَوْتَ وَيُرْسِلُ الْأُخْرَىٰ إِلَىٰ أَجَلٍ مُّسَمًّى إِنَّ فِي ذَٰلِكَ لَأيَٰتٍ لِّقَوْمٍ يَتَفَكَّرُونَ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يقبض الأرواح عند موتها، ويقبض أرواح النائمين في منامهم، فيُمسك التي قضى عليها الموت، ويُرسل الأخرى إلى أجل محدد، إن في ذلك لدلائل لقوم يتفكرون.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اتَّخَذُواْ مِن دُونِ اللَّهِ شُفَعَآءَ قُلْ أَوَلَوْ كَانُواْ لَا يَمْلِكُونَ شَيْـًٔا وَلَا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اتخذ المشركون من دون الله شفعاء، قل: أتتخذونهم ولو كانوا لا يملكون شيئًا ولا يعقلون؟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لِّلَّهِ الشَّفَٰعَةُ جَمِيعًا لَّهُ مُلْكُ السَّمَٰوَٰتِ وَالْأَرْضِ ثُمَّ إِلَيْهِ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لله الشفاعة كلها، فلا يشفع أحد إلا بإذنه، له ملك السماوات والأرض، ثم إليه ترجعون.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ذُكِرَ اللَّهُ وَحْدَهُ اشْمَأَزَّتْ قُلُوبُ الَّذِينَ لَا يُؤْمِنُونَ بِالْأخِرَةِ وَإِذَا ذُكِرَ الَّذِينَ مِن دُونِهِ إِذَا هُمْ يَسْتَبْشِرُونَ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ذُكر الله وحده نفرت قلوب الذين لا يؤمنون بالآخرة، وإذا ذُكرت أصنامهم إذا هم يفرحون.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اللَّهُمَّ فَاطِرَ السَّمَٰوَٰتِ وَالْأَرْضِ عَٰلِمَ الْغَيْبِ وَالشَّهَٰدَةِ أَنتَ تَحْكُمُ بَيْنَ عِبَادِكَ فِي مَا كَانُواْ فِيهِ يَخْتَلِفُونَ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اللهم خالق السماوات والأرض، عالم الغيب والشهادة، أنت تحكم بين عبادك فيما كانوا فيه يختلفون.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أَنَّ لِلَّذِينَ ظَلَمُواْ مَا فِي الْأَرْضِ جَمِيعًا وَمِثْلَهُ مَعَهُ لَافْتَدَوْاْ بِهِ مِن سُوءِ الْعَذَابِ يَوْمَ الْقِيَٰمَةِ وَبَدَا لَهُم مِّنَ اللَّهِ مَا لَمْ يَكُونُواْ يَحْتَسِبُونَ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أن للظالمين ما في الأرض جميعًا ومثله معه لقدّموه فداءً لأنفسهم من العذاب يوم القيامة، وظهر لهم من عذاب الله ما لم يكونوا يتوقعونه.</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وَبَدَا لَهُمْ سَيِّـَٔاتُ مَا كَسَبُواْ وَحَاقَ بِهِم مَّا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وظهرت لهم عقوبة سيئاتهم، ونزل بهم ما كانوا يستهزئون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مَسَّ الْإِنسَٰنَ ضُرٌّ دَعَانَا ثُمَّ إِذَا خَوَّلْنَٰهُ نِعْمَةً مِّنَّا قَالَ إِنَّمَآ أُوتِيتُهُ عَلَىٰ عِلْمٍ بَلْ هِيَ فِتْنَةٌ وَلَٰكِنَّ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أصاب الإنسان ضرّ دعانا، ثم إذا أعطيناه نعمة قال: إنما أُعطيته لعلمي ومهارتي، بل هي اختبار، ولكن أكثرهم لا يعلمون.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قَالَهَا الَّذِينَ مِن قَبْلِهِمْ فَمَآ أَغْنَىٰ عَنْهُم مَّا كَانُواْ يَكْسِبُونَ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قالها الذين من قبلهم كقارون، فما نفعهم ما كانوا يجمعون.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فَأَصَابَهُمْ سَيِّـَٔاتُ مَا كَسَبُواْ وَالَّذِينَ ظَلَمُواْ مِنْ هَـٰؤُلَآءِ سَيُصِيبُهُمْ سَيِّـَٔاتُ مَا كَسَبُواْ وَمَا هُم بِمُعْجِزِينَ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فأصابتهم عقوبة سيئاتهم، والظالمون من هؤلاء سيصيبهم مثل ذلك، وما هم بفائتين من عذاب الله.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يَعْلَمُواْ أَنَّ اللَّهَ يَبْسُطُ الرِّزْقَ لِمَن يَشَآءُ وَيَقْدِرُ إِنَّ فِي ذَٰلِكَ لَأيَٰتٍ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يعلموا أن الله يوسّع الرزق لمن يشاء ويضيّقه؟ إن في ذلك لدلائل لقوم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يَٰعِبَادِيَ الَّذِينَ أَسْرَفُواْ عَلَىٰ أَنفُسِهِمْ لَا تَقْنَطُواْ مِن رَّحْمَةِ اللَّهِ إِنَّ اللَّهَ يَغْفِرُ الذُّنُوبَ جَمِيعًا إِنَّهُ هُوَ الْغَفُورُ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عبادي الذين أكثروا من الذنوب، لا تيأسوا من رحمة الله، إن الله يغفر الذنوب جميعًا لمن تاب، إنه هو الغفور الرحيم.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وَأَنِيبُواْ إِلَىٰ رَبِّكُمْ وَأَسْلِمُواْ لَهُ مِن قَبْلِ أَن يَأْتِيَكُمُ الْعَذَابُ ثُمَّ لَا تُنصَرُونَ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وارجعوا إلى ربكم بالتوبة، واستسلموا له بالطاعة، من قبل أن يأتيكم العذاب ثم لا تجدون من ينصركم.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وَاتَّبِعُواْ أَحْسَنَ مَآ أُنزِلَ إِلَيْكُم مِّن رَّبِّكُم مِّن قَبْلِ أَن يَأْتِيَكُمُ الْعَذَابُ بَغْتَةً وَأَنتُمْ لَا تَشْعُرُونَ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واتّبعوا القرآن أحسن ما أُنزل إليكم من ربكم، من قبل أن يأتيكم العذاب فجأة وأنتم لا تشعرون.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تَقُولَ نَفْسٌ يَٰحَسْرَتَىٰ عَلَىٰ مَا فَرَّطتُ فِي جَنبِ اللَّهِ وَإِن كُنتُ لَمِنَ السَّـٰخِرِينَ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لا تقول نفس: يا حسرتى على ما ضيّعت من طاعة الله، وقد كنت من المستهزئين.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٥٩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تَقُولَ لَوْ أَنَّ اللَّهَ هَدَىٰنِي لَكُنتُ مِنَ 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تقول: لو أن الله هداني لكنت من المتقين.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تَقُولَ حِينَ تَرَى الْعَذَابَ لَوْ أَنَّ لِي كَرَّةً فَأَكُونَ مِنَ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تقول حين ترى العذاب: لو أن لي رجعة إلى الدنيا فأكون من المحسنين.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بَلَىٰ قَدْ جَآءَتْكَ ءَايَٰتِي فَكَذَّبْتَ بِهَا وَاسْتَكْبَرْتَ وَكُنتَ مِنَ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فيقول الله: بلى، قد جاءتك آياتي فكذّبت بها، وتكبّرت عن قبولها، وكنت من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٦٠ – 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الْقِيَٰمَةِ تَرَى الَّذِينَ كَذَبُواْ عَلَى اللَّهِ وُجُوهُهُم مُّسْوَدَّةٌ أَلَيْسَ فِي جَهَنَّمَ مَثْوًى لِّلْمُتَكَبِّرِينَ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القيامة ترى الذين كذبوا على الله وجوههم مسودّة، أليس في جهنم مقام للمتكبرين؟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وَيُنَجِّي اللَّهُ الَّذِينَ اتَّقَوْاْ بِمَفَازَتِهِمْ لَا يَمَسُّهُمُ السُّوءُ وَلَا هُمْ يَحْزَنُونَ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وينجّي الله المتقين بفوزهم بالجنة، لا يصيبهم سوء، ولا هم يحزنون.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خَٰلِقُ كُلِّ شَيْءٍ وَهُوَ عَلَىٰ كُلِّ شَيْءٍ وَكِيلٌ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خالق كل شيء، وهو على كل شيء حفيظ مدبّر.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٦٣ – ٦٥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 مَقَالِيدُ السَّمَٰوَٰتِ وَالْأَرْضِ وَالَّذِينَ كَفَرُواْ بِـَٔايَٰتِ اللَّهِ أُوْلَـٰئِكَ هُمُ الْخَٰسِرُونَ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 مفاتيح خزائن السماوات والأرض، والذين كفروا بآيات الله أولئك هم الخاسرون.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أَفَغَيْرَ اللَّهِ تَأْمُرُونِّي أَعْبُدُ أَيُّهَا الْجَٰهِلُونَ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أفتأمرونني أن أعبد غير الله أيها الجاهلون؟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أُوحِيَ إِلَيْكَ وَإِلَى الَّذِينَ مِن قَبْلِكَ لَئِنْ أَشْرَكْتَ لَيَحْبَطَنَّ عَمَلُكَ وَلَتَكُونَنَّ مِنَ الْخَٰسِرِينَ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أُوحي إليك وإلى الأنبياء قبلك: لئن أشركت ليبطلنّ عملك، ولتكوننّ من الخاسرين.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٦٦ – 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اللَّهَ فَاعْبُدْ وَكُن مِّنَ الشَّـٰكِرِينَ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اعبد الله وحده، وكن من الشاكرين لنعمه.</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قَدَرُواْ اللَّهَ حَقَّ قَدْرِهِ وَالْأَرْضُ جَمِيعًا قَبْضَتُهُ يَوْمَ الْقِيَٰمَةِ وَالسَّمَٰوَٰتُ مَطْوِيَّـٰتٌ بِيَمِينِهِ سُبْحَٰنَهُ وَتَعَٰلَىٰ عَمَّا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عظّم المشركون الله حق تعظيمه، والأرض جميعًا في قبضته يوم القيامة، والسماوات مطويّات بيمينه، تنزّه وتعالى عما يشركون.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٦٨ – 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وَنُفِخَ فِي الصُّورِ فَصَعِقَ مَن فِي السَّمَٰوَٰتِ وَمَن فِي الْأَرْضِ إِلَّا مَن شَآءَ اللَّهُ ثُمَّ نُفِخَ فِيهِ أُخْرَىٰ فَإِذَا هُمْ قِيَامٌ يَنظُرُونَ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ونُفخ في البوق فمات من في السماوات ومن في الأرض إلا من شاء الله، ثم نُفخ فيه مرة أخرى فإذا هم قائمون ينظرون.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وَأَشْرَقَتِ الْأَرْضُ بِنُورِ رَبِّهَا وَوُضِعَ الْكِتَٰبُ وَجِاْيءَ بِالنَّبِيِّـنَ وَالشُّهَدَآءِ وَقُضِيَ بَيْنَهُم بِالْحَقِّ وَهُمْ لَا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وأضاءت أرض المحشر بنور ربها، ووُضعت كتب الأعمال، وجيء بالأنبياء والشهداء، وقُضي بين الناس بالعدل وهم لا يُظلمون.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٧٠ – ٧١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وَوُفِّيَتْ كُلُّ نَفْسٍ مَّا عَمِلَتْ وَهُوَ أَعْلَمُ بِمَا يَفْعَلُونَ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وأُعطيت كل نفس جزاء عملها كاملًا، وهو أعلم بما يفعلون.</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وَسِيقَ الَّذِينَ كَفَرُواْ إِلَىٰ جَهَنَّمَ زُمَرًا حَتَّىٰ إِذَا جَآءُوهَا فُتِحَتْ أَبْوَٰبُهَا وَقَالَ لَهُمْ خَزَنَتُهَآ أَلَمْ يَأْتِكُمْ رُسُلٌ مِّنكُمْ يَتْلُونَ عَلَيْكُمْ ءَايَٰتِ رَبِّكُمْ وَيُنذِرُونَكُمْ لِقَآءَ يَوْمِكُمْ هَٰذَا قَالُواْ بَلَىٰ وَلَٰكِنْ حَقَّتْ كَلِمَةُ الْعَذَابِ عَلَى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وسيق الكفار إلى جهنم جماعات، حتى إذا جاؤوها فُتحت أبوابها، وقال لهم خزنتها: ألم يأتكم رسل منكم يقرؤون عليكم آيات ربكم وينذرونكم هذا اليوم؟ قالوا: بلى، ولكن وجب العذاب على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٧٢ – ٧٣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قِيلَ ادْخُلُواْ أَبْوَٰبَ جَهَنَّمَ خَٰلِدِينَ فِيهَا فَبِئْسَ مَثْوَى الْمُتَكَبِّرِينَ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قيل لهم: ادخلوا أبواب جهنم خالدين فيها، فبئس مقام المتكبرين.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وَسِيقَ الَّذِينَ اتَّقَوْاْ رَبَّهُمْ إِلَى الْجَنَّةِ زُمَرًا حَتَّىٰ إِذَا جَآءُوهَا وَفُتِحَتْ أَبْوَٰبُهَا وَقَالَ لَهُمْ خَزَنَتُهَا سَلَٰمٌ عَلَيْكُمْ طِبْتُمْ فَادْخُلُوهَا خَٰلِدِينَ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وسيق المتقون إلى الجنة جماعات، حتى إذا جاؤوها وقد فُتحت أبوابها، قال لهم خزنتها: سلام عليكم، طِبتم، فادخلوها خالدين.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٧٤ –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الْحَمْدُ لِلَّهِ الَّذِي صَدَقَنَا وَعْدَهُ وَأَوْرَثَنَا الْأَرْضَ نَتَبَوَّأُ مِنَ الْجَنَّةِ حَيْثُ نَشَآءُ فَنِعْمَ أَجْرُ الْعَٰمِلِينَ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الحمد لله الذي صدقنا وعده، وأورثنا أرض الجنة ننزل منها حيث نشاء، فنِعم أجر العاملين.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وَتَرَى الْمَلَـٰئِكَةَ حَآفِّينَ مِنْ حَوْلِ الْعَرْشِ يُسَبِّحُونَ بِحَمْدِ رَبِّهِمْ وَقُضِيَ بَيْنَهُم بِالْحَقِّ وَقِيلَ الْحَمْدُ 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وترى الملائكة محيطين بالعرش يسبّحون بحمد ربهم، وقُضي بين الخلق بالعدل، وقيل: الحمد لله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pic>
        <p:nvPicPr>
          <p:cNvPr id="2" name="Image 0" descr="assets24/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24/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24 Tafsir">
  <a:themeElements>
    <a:clrScheme name="Juz 24 Tafsir">
      <a:dk1>
        <a:srgbClr val="23263A"/>
      </a:dk1>
      <a:lt1>
        <a:srgbClr val="FFFFFF"/>
      </a:lt1>
      <a:dk2>
        <a:srgbClr val="2E3A87"/>
      </a:dk2>
      <a:lt2>
        <a:srgbClr val="F6F7FC"/>
      </a:lt2>
      <a:accent1>
        <a:srgbClr val="2E3A87"/>
      </a:accent1>
      <a:accent2>
        <a:srgbClr val="C9A04A"/>
      </a:accent2>
      <a:accent3>
        <a:srgbClr val="3F4FA8"/>
      </a:accent3>
      <a:accent4>
        <a:srgbClr val="62657A"/>
      </a:accent4>
      <a:accent5>
        <a:srgbClr val="E7E9F6"/>
      </a:accent5>
      <a:accent6>
        <a:srgbClr val="8A2F2A"/>
      </a:accent6>
      <a:hlink>
        <a:srgbClr val="3F4FA8"/>
      </a:hlink>
      <a:folHlink>
        <a:srgbClr val="62657A"/>
      </a:folHlink>
    </a:clrScheme>
    <a:fontScheme name="Juz 24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78</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فمن أظلم — مبسّط من تفسير ابن كثير</dc:title>
  <dc:subject>PptxGenJS Presentation</dc:subject>
  <dc:creator>معلم القرآن الكريم</dc:creator>
  <cp:lastModifiedBy>معلم القرآن الكريم</cp:lastModifiedBy>
  <cp:revision>1</cp:revision>
  <dcterms:created xsi:type="dcterms:W3CDTF">2026-10-03T21:22:13Z</dcterms:created>
  <dcterms:modified xsi:type="dcterms:W3CDTF">2026-10-03T21:22:13Z</dcterms:modified>
</cp:coreProperties>
</file>
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bd9ab062-7743-deab-f0f5-50ac12ab8b57}">
          <p14:sldIdLst>
            <p14:sldId id="256"/>
            <p14:sldId id="257"/>
            <p14:sldId id="258"/>
          </p14:sldIdLst>
        </p14:section>
        <p14:section name="سورة النحل" id="{a2c5e277-b2a0-04c3-cc1c-b565708ffee7}">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Lst>
        </p14:section>
        <p14:section name="سورة الحجر" id="{f4216afe-d392-1cb1-3fc6-150ef84d6ac4}">
          <p14:sldIdLst>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 name="الخاتمة" id="{b232fd55-210a-7ed0-f2f1-749573ae652e}">
          <p14:sldIdLst>
            <p14:sldId id="3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النحل ثم نصعد سورةً سورة حتى نصل إلى سورة الحجر،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خمس نعم ذكرتها السورة. وبماذا أمرت الآية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الذي تكفّل بحفظ القرآن كما في الآية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4/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4/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4/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4.xml"/><Relationship Id="rId4"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4/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ربما</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14/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النحل إلى سورة الحجر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الوردي الداكن</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ربما</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النحل صعودًا إلى سورة الحجر</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النحل</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الحجر</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النحل</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١٢٨</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المشركين أخذوا عمّار بن ياسر رضي الله عنه فعذّبوه حتى قال كلمة الكفر مُكرهًا، فجاء إلى النبي صلى الله عليه وسلم يبكي، فقال: «كيف تجد قلبك؟» قال: مطمئنًّا بالإيمان، قال: «إن عادوا فعُد»، ونزل: ﴿إلا من أُكره وقلبه مطمئن بالإيمان﴾ (رواه الحاكم والبيهقي).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تعداد نعم الله الكثيرة على عباده في الأنعام والمطر والبحر والنحل والعسل، ليشكروه ويوحّدوه، وأوامر جامعة بالعدل والإحسان والوفاء بالعهد، والدعوة إلى الله بالحكمة.</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أَتَىٰ أَمْرُ اللَّهِ فَلَا تَسْتَعْجِلُوهُ سُبْحَٰنَهُ وَتَعَٰلَىٰ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قرُب أمر الله وهو قيام الساعة فلا تستعجلوه، تنزّه وتعالى عما يشركون.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يُنَزِّلُ الْمَلَـٰئِكَةَ بِالرُّوحِ مِنْ أَمْرِهِ عَلَىٰ مَن يَشَآءُ مِنْ عِبَادِهِ أَنْ أَنذِرُواْ أَنَّهُ لَآ إِلَٰهَ إِلَّآ أَنَا فَاتَّقُونِ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يُنزّل الملائكة بالوحي من أمره على من يشاء من عباده: أن أنذروا الناس أنه لا إله إلا أنا فاتقون.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السَّمَٰوَٰتِ وَالْأَرْضَ بِالْحَقِّ تَعَٰلَىٰ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السماوات والأرض بالحق، تعالى عما يشركون.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خَلَقَ الْإِنسَٰنَ مِن نُّطْفَةٍ فَإِذَا هُوَ خَصِيمٌ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 الإنسان من نطفة ضعيفة، فإذا هو كثير الخصام واضح الجدال.</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وَالْأَنْعَٰمَ خَلَقَهَا لَكُمْ فِيهَا دِفْءٌ وَمَنَٰفِعُ وَمِنْهَا تَأْكُلُونَ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والأنعام خلقها لكم، فيها ما تتدفّؤون به من الصوف والوبر، ومنافع أخرى، ومنها تأكلون.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وَلَكُمْ فِيهَا جَمَالٌ حِينَ تُرِيحُونَ وَحِينَ تَسْرَحُونَ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ولكم فيها جمال حين تردّونها مساءً إلى البيوت، وحين تُخرجونها صباحًا إلى المرعى.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وَتَحْمِلُ أَثْقَالَكُمْ إِلَىٰ بَلَدٍ لَّمْ تَكُونُواْ بَٰلِغِيهِ إِلَّا بِشِقِّ الْأَنفُسِ إِنَّ رَبَّكُمْ لَرَءُوفٌ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وتحمل أمتعتكم الثقيلة إلى بلد لم تكونوا واصليه إلا بمشقة شديدة، إن ربكم لرؤوف رحيم.</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وَالْخَيْلَ وَالْبِغَالَ وَالْحَمِيرَ لِتَرْكَبُوهَا وَزِينَةً وَيَخْلُقُ مَا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وخلق الخيل والبغال والحمير لتركبوها، وزينة لكم، ويخلق ما لا تعلمون من وسائل الركوب وغيرها.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وَعَلَى اللَّهِ قَصْدُ السَّبِيلِ وَمِنْهَا جَآئِرٌ وَلَوْ شَآءَ لَهَدَىٰكُمْ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وعلى الله بيان الطريق المستقيم، ومن الطرق ما هو مائل عن الحق، ولو شاء لهداكم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أَنزَلَ مِنَ السَّمَآءِ مَآءً لَّكُم مِّنْهُ شَرَابٌ وَمِنْهُ شَجَرٌ فِيهِ تُسِيمُونَ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أنزل من السماء مطرًا، لكم منه شراب، ومنه شجر ترعون فيه أنعامكم.</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يُنبِتُ لَكُم بِهِ الزَّرْعَ وَالزَّيْتُونَ وَالنَّخِيلَ وَالْأَعْنَٰبَ وَمِن كُلِّ الثَّمَرَٰتِ إِنَّ فِي ذَٰلِكَ لَأيَةً لِّقَوْمٍ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يُنبت لكم به الزرع والزيتون والنخيل والأعناب ومن كل الثمرات، إن في ذلك لدليلًا لقوم يتفكرون.</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وَسَخَّرَ لَكُمُ الَّيْلَ وَالنَّهَارَ وَالشَّمْسَ وَالْقَمَرَ وَالنُّجُومُ مُسَخَّرَٰتٌ بِأَمْرِهِ إِنَّ فِي ذَٰلِكَ لَأيَٰتٍ لِّقَوْمٍ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وذلّل لكم الليل والنهار والشمس والقمر، والنجوم مذلّلات بأمره، إن في ذلك لدلائل لقوم يعقلون.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ذَرَأَ لَكُمْ فِي الْأَرْضِ مُخْتَلِفًا أَلْوَٰنُهُ إِنَّ فِي ذَٰلِكَ لَأيَةً لِّقَوْمٍ يَذَّكَّرُونَ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خلق لكم في الأرض من الحيوان والنبات والمعادن مختلف الألوان، إن في ذلك لدليلًا لقوم يتذكرون.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سَخَّرَ الْبَحْرَ لِتَأْكُلُواْ مِنْهُ لَحْمًا طَرِيًّا وَتَسْتَخْرِجُواْ مِنْهُ حِلْيَةً تَلْبَسُونَهَا وَتَرَى الْفُلْكَ مَوَاخِرَ فِيهِ وَلِتَبْتَغُواْ مِن فَضْلِهِ وَلَعَلَّكُمْ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ذلّل البحر لتأكلوا منه سمكًا طريًّا، وتستخرجوا منه لؤلؤًا ومرجانًا تلبسونه، وترى السفن تشقّ الماء، ولتطلبوا من رزقه بالتجارة، ولعلكم تشكرون.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وَأَلْقَىٰ فِي الْأَرْضِ رَوَٰسِيَ أَن تَمِيدَ بِكُمْ وَأَنْهَٰرًا وَسُبُلًا لَّعَلَّكُمْ تَهْتَدُونَ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وألقى في الأرض جبالًا ثابتة لئلّا تضطرب بكم، وأنهارًا، وطرقًا لعلكم تهتدون إلى مقاصدكم.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وَعَلَٰمَٰتٍ وَبِالنَّجْمِ هُمْ يَهْتَدُونَ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وعلامات في الأرض يُستدلّ بها، وبالنجوم هم يهتدون في الليل.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يَخْلُقُ كَمَن لَّا يَخْلُقُ أَفَلَا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يخلق هذه الأشياء كمن لا يخلق شيئًا؟ أفلا تتذكرون؟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تَعُدُّواْ نِعْمَةَ اللَّهِ لَا تُحْصُوهَآ إِنَّ اللَّهَ لَغَفُورٌ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تعدّوا نعمة الله لا تستطيعوا حصرها، إن الله لغفور رحيم.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يَعْلَمُ مَا تُسِرُّونَ وَمَا تُعْلِنُونَ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يعلم ما تُخفون وما تُظهرون.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يَدْعُونَ مِن دُونِ اللَّهِ لَا يَخْلُقُونَ شَيْـًٔا وَهُمْ يُخْلَقُونَ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يعبدونهم من دون الله لا يخلقون شيئًا، وهم مخلوقون.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أَمْوَٰتٌ غَيْرُ أَحْيَآءٍ وَمَا يَشْعُرُونَ أَيَّانَ يُبْعَثُونَ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هم أموات لا حياة فيهم، وما يشعرون متى يُبعث عابدوهم.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إِلَٰهُكُمْ إِلَٰهٌ وَٰحِدٌ فَالَّذِينَ لَا يُؤْمِنُونَ بِالْأخِرَةِ قُلُوبُهُم مُّنكِرَةٌ وَهُم مُّسْتَكْبِرُونَ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إلهكم إله واحد، فالذين لا يؤمنون بالآخرة قلوبهم منكرة للتوحيد، وهم متكبّرون.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جَرَمَ أَنَّ اللَّهَ يَعْلَمُ مَا يُسِرُّونَ وَمَا يُعْلِنُونَ إِنَّهُ لَا يُحِبُّ الْمُسْتَكْبِرِينَ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حقًّا إن الله يعلم ما يُسرّون وما يُعلنون، إنه لا يحب المتكبرين.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لَهُم مَّاذَآ أَنزَلَ رَبُّكُمْ قَالُواْ أَسَٰطِيرُ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لهم: ماذا أنزل ربكم على محمد؟ قالوا: أكاذيب الأولين.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لِيَحْمِلُواْ أَوْزَارَهُمْ كَامِلَةً يَوْمَ الْقِيَٰمَةِ وَمِنْ أَوْزَارِ الَّذِينَ يُضِلُّونَهُم بِغَيْرِ عِلْمٍ أَلَا سَآءَ مَا يَزِرُونَ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ليحملوا ذنوبهم كاملة يوم القيامة، ومن ذنوب الذين يُضلّونهم بغير علم، ألا بئس ما يحملون.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مَكَرَ الَّذِينَ مِن قَبْلِهِمْ فَأَتَى اللَّهُ بُنْيَٰنَهُم مِّنَ الْقَوَاعِدِ فَخَرَّ عَلَيْهِمُ السَّقْفُ مِن فَوْقِهِمْ وَأَتَىٰهُمُ الْعَذَابُ مِنْ حَيْثُ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مكر الذين من قبلهم برسلهم، فهدم الله بنيانهم من أساسه، فسقط عليهم السقف من فوقهم، وأتاهم العذاب من حيث لا يتوقّعون.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يَوْمَ الْقِيَٰمَةِ يُخْزِيهِمْ وَيَقُولُ أَيْنَ شُرَكَآءِيَ الَّذِينَ كُنتُمْ تُشَـٰقُّونَ فِيهِمْ قَالَ الَّذِينَ أُوتُواْ الْعِلْمَ إِنَّ الْخِزْيَ الْيَوْمَ وَالسُّوءَ عَلَى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يوم القيامة يُذلّهم، ويقول: أين شركائي الذين كنتم تعادون المؤمنين من أجلهم؟ قال العلماء: إن الذلّ اليوم والسوء على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تَتَوَفَّىٰهُمُ الْمَلَـٰئِكَةُ ظَالِمِي أَنفُسِهِمْ فَأَلْقَوُاْ السَّلَمَ مَا كُنَّا نَعْمَلُ مِن سُوءٍ بَلَىٰ إِنَّ اللَّهَ عَلِيمٌ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تقبض الملائكة أرواحهم وهم ظالمون لأنفسهم بالكفر، فاستسلموا وقالوا: ما كنا نعمل من سوء! بلى، إن الله عليم بما كنتم تعملون.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فَادْخُلُواْ أَبْوَٰبَ جَهَنَّمَ خَٰلِدِينَ فِيهَا فَلَبِئْسَ مَثْوَى الْمُتَكَبِّرِينَ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فادخلوا أبواب جهنم خالدين فيها، فبئس مقام المتكبرين.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وَقِيلَ لِلَّذِينَ اتَّقَوْاْ مَاذَآ أَنزَلَ رَبُّكُمْ قَالُواْ خَيْرًا لِّلَّذِينَ أَحْسَنُواْ فِي هَٰذِهِ الدُّنْيَا حَسَنَةٌ وَلَدَارُ الْأخِرَةِ خَيْرٌ وَلَنِعْمَ دَارُ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وقيل للمتقين: ماذا أنزل ربكم؟ قالوا: أنزل خيرًا، للذين أحسنوا في هذه الدنيا حسنة، ولدار الآخرة خير، ولنعم دار المتقين.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جَنَّـٰتُ عَدْنٍ يَدْخُلُونَهَا تَجْرِي مِن تَحْتِهَا الْأَنْهَٰرُ لَهُمْ فِيهَا مَا يَشَآءُونَ كَذَٰلِكَ يَجْزِي اللَّهُ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جنات إقامة يدخلونها، تجري من تحتها الأنهار، لهم فيها ما يشاؤون، كذلك يجزي الله المتقين.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85166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تَتَوَفَّىٰهُمُ الْمَلَـٰئِكَةُ طَيِّبِينَ يَقُولُونَ سَلَٰمٌ عَلَيْكُمُ ادْخُلُواْ الْجَنَّةَ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تقبض الملائكة أرواحهم وهم طيّبون من الشرك، يقولون: سلام عليكم، ادخلوا الجنة بما كنتم تعملون.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6164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يَنظُرُونَ إِلَّآ أَن تَأْتِيَهُمُ الْمَلَـٰئِكَةُ أَوْ يَأْتِيَ أَمْرُ رَبِّكَ كَذَٰلِكَ فَعَلَ الَّذِينَ مِن قَبْلِهِمْ وَمَا ظَلَمَهُمُ اللَّهُ وَلَٰكِن كَانُواْ أَنفُسَهُمْ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ينتظر الكفار إلا أن تأتيهم الملائكة لقبض أرواحهم، أو يأتي أمر ربك بالعذاب؟ كذلك فعل الذين من قبلهم، وما ظلمهم الله ولكن ظلموا أنفسهم.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فَأَصَابَهُمْ سَيِّـَٔاتُ مَا عَمِلُواْ وَحَاقَ بِهِم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فأصابتهم عقوبة أعمالهم السيئة، ونزل بهم ما كانوا يستهزئون به.</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الَّذِينَ أَشْرَكُواْ لَوْ شَآءَ اللَّهُ مَا عَبَدْنَا مِن دُونِهِ مِن شَيْءٍ نَّحْنُ وَلَآ ءَابَآؤُنَا وَلَا حَرَّمْنَا مِن دُونِهِ مِن شَيْءٍ كَذَٰلِكَ فَعَلَ الَّذِينَ مِن قَبْلِهِمْ فَهَلْ عَلَى الرُّسُلِ إِلَّا الْبَلَٰغُ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المشركون: لو شاء الله ما عبدنا من دونه شيئًا نحن ولا آباؤنا، ولا حرّمنا شيئًا من عندنا! كذلك فعل الذين من قبلهم، فهل على الرسل إلا التبليغ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بَعَثْنَا فِي كُلِّ أُمَّةٍ رَّسُولًا أَنِ اعْبُدُواْ اللَّهَ وَاجْتَنِبُواْ الطَّـٰغُوتَ فَمِنْهُم مَّنْ هَدَى اللَّهُ وَمِنْهُم مَّنْ حَقَّتْ عَلَيْهِ الضَّلَٰلَةُ فَسِيرُواْ فِي الْأَرْضِ فَانظُرُواْ كَيْفَ كَانَ عَٰقِبَةُ الْمُكَذِّبِينَ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بعثنا في كل أمة رسولًا يقول لهم: اعبدوا الله، واجتنبوا كل ما يُعبد من دونه، فمنهم من هداه الله، ومنهم من وجبت عليه الضلالة، فسيروا في الأرض فانظروا كيف كانت عاقبة المكذّبين.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تَحْرِصْ عَلَىٰ هُدَىٰهُمْ فَإِنَّ اللَّهَ لَا يَهْدِي مَن يُضِلُّ وَمَا لَهُم مِّن نَّـٰصِرِينَ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تحرص على هدايتهم فإن الله لا يهدي من أضلّه، وما لهم من ناصرين.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وَأَقْسَمُواْ بِاللَّهِ جَهْدَ أَيْمَٰنِهِمْ لَا يَبْعَثُ اللَّهُ مَن يَمُوتُ بَلَىٰ وَعْدًا عَلَيْهِ حَقًّا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وحلف المشركون بالله أشد أيمانهم: لا يبعث الله من يموت، بلى سيبعثهم وعدًا عليه حقًّا، ولكن أكثر الناس لا يعلمون.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لِيُبَيِّنَ لَهُمُ الَّذِي يَخْتَلِفُونَ فِيهِ وَلِيَعْلَمَ الَّذِينَ كَفَرُواْ أَنَّهُمْ كَانُواْ 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ليبيّن لهم ما يختلفون فيه، وليعلم الكفار أنهم كانوا كاذبين.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قَوْلُنَا لِشَيْءٍ إِذَآ أَرَدْنَٰهُ أَن نَّقُولَ لَهُ كُن فَيَكُونُ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قولنا لشيء إذا أردناه أن نقول له: كن، فيكون.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هَاجَرُواْ فِي اللَّهِ مِن بَعْدِ مَا ظُلِمُواْ لَنُبَوِّئَنَّهُمْ فِي الدُّنْيَا حَسَنَةً وَلَأَجْرُ الْأخِرَةِ أَكْبَرُ لَوْ كَانُواْ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هاجروا في سبيل الله من بعد ما ظُلموا، لنُنزلنّهم في الدنيا منزلًا حسنًا، ولأجر الآخرة أكبر لو كانوا يعلمون.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صَبَرُواْ وَعَلَىٰ رَبِّهِمْ يَتَوَكَّلُونَ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صبروا على الأذى، وعلى ربهم يتوكّلون.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20208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مِن قَبْلِكَ إِلَّا رِجَالًا نُّوحِي إِلَيْهِمْ فَسْـَٔلُواْ أَهْلَ الذِّكْرِ إِن كُنتُمْ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قبلك إلا رجالًا من البشر نوحي إليهم، فاسألوا أهل العلم بالكتب السابقة إن كنتم لا تعلمون.</a:t>
            </a:r>
            <a:endParaRPr lang="ar-SA" sz="3200" dirty="0"/>
          </a:p>
        </p:txBody>
      </p:sp>
      <p:sp>
        <p:nvSpPr>
          <p:cNvPr id="9" name="Shape 7"/>
          <p:cNvSpPr/>
          <p:nvPr/>
        </p:nvSpPr>
        <p:spPr>
          <a:xfrm>
            <a:off x="2103120" y="3790188"/>
            <a:ext cx="8641080" cy="0"/>
          </a:xfrm>
          <a:prstGeom prst="line">
            <a:avLst/>
          </a:prstGeom>
          <a:noFill/>
          <a:ln w="9525">
            <a:solidFill>
              <a:schemeClr val="accent2"/>
            </a:solidFill>
            <a:prstDash val="dash"/>
          </a:ln>
        </p:spPr>
      </p:sp>
      <p:sp>
        <p:nvSpPr>
          <p:cNvPr id="10" name="Shape 8"/>
          <p:cNvSpPr/>
          <p:nvPr/>
        </p:nvSpPr>
        <p:spPr>
          <a:xfrm>
            <a:off x="10927080" y="4050792"/>
            <a:ext cx="548640" cy="548640"/>
          </a:xfrm>
          <a:prstGeom prst="star8">
            <a:avLst/>
          </a:prstGeom>
          <a:solidFill>
            <a:schemeClr val="accent2"/>
          </a:solidFill>
          <a:ln/>
        </p:spPr>
      </p:sp>
      <p:sp>
        <p:nvSpPr>
          <p:cNvPr id="11" name="Shape 9"/>
          <p:cNvSpPr/>
          <p:nvPr/>
        </p:nvSpPr>
        <p:spPr>
          <a:xfrm>
            <a:off x="11036808" y="41605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507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403250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بِالْبَيِّنَٰتِ وَالزُّبُرِ وَأَنزَلْنَآ إِلَيْكَ الذِّكْرَ لِتُبَيِّنَ لِلنَّاسِ مَا نُزِّلَ إِلَيْهِمْ وَلَعَلَّهُمْ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أرسلناهم بالمعجزات والكتب، وأنزلنا إليك القرآن لتبيّن للناس ما نُزّل إليهم، ولعلهم يتفكرون. فالسنة تبيّن القرآن.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أَفَأَمِنَ الَّذِينَ مَكَرُواْ السَّيِّـَٔاتِ أَن يَخْسِفَ اللَّهُ بِهِمُ الْأَرْضَ أَوْ يَأْتِيَهُمُ الْعَذَابُ مِنْ حَيْثُ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أفأمن الذين دبّروا المكائد السيئة أن يخسف الله بهم الأرض، أو يأتيهم العذاب من حيث لا يشعرون؟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يَأْخُذَهُمْ فِي تَقَلُّبِهِمْ فَمَا هُم بِمُعْجِزِينَ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يأخذهم وهم يتقلّبون في أسفارهم وتجاراتهم، فما هم بفائتين.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يَأْخُذَهُمْ عَلَىٰ تَخَوُّفٍ فَإِنَّ رَبَّكُمْ لَرَءُوفٌ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يأخذهم وهم في خوف وترقّب للعذاب، فإن ربكم لرؤوف رحيم بإمهالهم.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إِلَىٰ مَا خَلَقَ اللَّهُ مِن شَيْءٍ يَتَفَيَّؤُاْ ظِلَٰلُهُ عَنِ الْيَمِينِ وَالشَّمَآئِلِ سُجَّدًا لِّلَّهِ وَهُمْ دَٰخِرُونَ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ينظروا إلى ما خلق الله من شيء تميل ظلاله يمينًا وشمالًا ساجدة لله، وهي خاضعة ذليلة؟</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يَسْجُدُ مَا فِي السَّمَٰوَٰتِ وَمَا فِي الْأَرْضِ مِن دَآبَّةٍ وَالْمَلَـٰئِكَةُ وَهُمْ لَا يَسْتَكْبِرُونَ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يسجد ما في السماوات وما في الأرض من دابة، والملائكة، وهم لا يتكبّرون.</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يَخَافُونَ رَبَّهُم مِّن فَوْقِهِمْ وَيَفْعَلُونَ مَا يُؤْمَرُونَ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يخافون ربهم من فوقهم، ويفعلون ما يؤمرون. وهنا موضع سجدة تلاوة.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اللَّهُ لَا تَتَّخِذُواْ إِلَٰهَيْنِ اثْنَيْنِ إِنَّمَا هُوَ إِلَٰهٌ وَٰحِدٌ فَإِيَّـٰيَ فَارْهَبُونِ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الله: لا تعبدوا إلهين اثنين، إنما هو إله واحد، فإياي فخافون.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 مَا فِي السَّمَٰوَٰتِ وَالْأَرْضِ وَلَهُ الدِّينُ وَاصِبًا أَفَغَيْرَ اللَّهِ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 ما في السماوات والأرض، وله الطاعة الدائمة، أفغير الله تخافون؟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بِكُم مِّن نِّعْمَةٍ فَمِنَ اللَّهِ ثُمَّ إِذَا مَسَّكُمُ الضُّرُّ فَإِلَيْهِ تَجْـَٔرُونَ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بكم من نعمة فمن الله وحده، ثم إذا أصابكم الضرّ فإليه ترفعون أصواتكم بالدعاء.</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إِذَا كَشَفَ الضُّرَّ عَنكُمْ إِذَا فَرِيقٌ مِّنكُم بِرَبِّهِمْ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إذا كشف الضرّ عنكم إذا فريق منكم بربهم يشركون.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لِيَكْفُرُواْ بِمَآ ءَاتَيْنَٰهُمْ فَتَمَتَّعُواْ فَسَوْفَ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ليجحدوا ما أعطيناهم، فتمتّعوا فسوف تعلمون عاقبتكم.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وَيَجْعَلُونَ لِمَا لَا يَعْلَمُونَ نَصِيبًا مِّمَّا رَزَقْنَٰهُمْ تَاللَّهِ لَتُسْـَٔلُنَّ عَمَّا كُنتُمْ تَفْتَرُونَ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ويجعل المشركون لأصنامهم التي لا تعلم شيئًا نصيبًا مما رزقناهم، والله لتُسألنّ عما كنتم تختلقون.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وَيَجْعَلُونَ لِلَّهِ الْبَنَٰتِ سُبْحَٰنَهُ وَلَهُم مَّا يَشْتَهُونَ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ويجعلون لله البنات فيقولون: الملائكة بنات الله! تنزّه الله، ولهم ما يشتهون من البنين.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بُشِّرَ أَحَدُهُم بِالْأُنثَىٰ ظَلَّ وَجْهُهُ مُسْوَدًّا وَهُوَ كَظِيمٌ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بُشّر أحدهم بولادة أنثى صار وجهه مسودًّا من الغمّ، وهو ممتلئ حزنًا.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يَتَوَٰرَىٰ مِنَ الْقَوْمِ مِن سُوءِ مَا بُشِّرَ بِهِ أَيُمْسِكُهُ عَلَىٰ هُونٍ أَمْ يَدُسُّهُ فِي التُّرَابِ أَلَا سَآءَ مَا يَحْكُمُونَ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يختفي من الناس من سوء ما بُشّر به، أيُبقيها على ذلّ أم يدفنها حيّة في التراب؟ ألا بئس ما يحكمون. وقد أكرم الإسلام البنت وجعل تربيتها سببًا لدخول الجنة.</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لِلَّذِينَ لَا يُؤْمِنُونَ بِالْأخِرَةِ مَثَلُ السَّوْءِ وَلِلَّهِ الْمَثَلُ الْأَعْلَىٰ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للذين لا يؤمنون بالآخرة الصفة السيئة، ولله الصفة العليا، وهو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يُؤَاخِذُ اللَّهُ النَّاسَ بِظُلْمِهِم مَّا تَرَكَ عَلَيْهَا مِن دَآبَّةٍ وَلَٰكِن يُؤَخِّرُهُمْ إِلَىٰ أَجَلٍ مُّسَمًّى فَإِذَا جَآءَ أَجَلُهُمْ لَا يَسْتَـْٔخِرُونَ سَاعَةً وَلَا يَسْتَقْدِمُونَ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يؤاخذ الله الناس بظلمهم ما ترك على الأرض من دابة، ولكن يؤخّرهم إلى وقت محدد، فإذا جاء أجلهم لا يتأخّرون ساعة ولا يتقدّمون.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وَيَجْعَلُونَ لِلَّهِ مَا يَكْرَهُونَ وَتَصِفُ أَلْسِنَتُهُمُ الْكَذِبَ أَنَّ لَهُمُ الْحُسْنَىٰ لَا جَرَمَ أَنَّ لَهُمُ النَّارَ وَأَنَّهُم مُّفْرَطُونَ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ويجعلون لله ما يكرهونه لأنفسهم كالبنات، وتقول ألسنتهم كذبًا: إن لهم الجنة، حقًّا إن لهم النار، وإنهم مُقدَّمون إليها.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٦٣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تَاللَّهِ لَقَدْ أَرْسَلْنَآ إِلَىٰ أُمَمٍ مِّن قَبْلِكَ فَزَيَّنَ لَهُمُ الشَّيْطَٰنُ أَعْمَٰلَهُمْ فَهُوَ وَلِيُّهُمُ الْيَوْمَ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لقد أرسلنا إلى أمم قبلك فزيّن لهم الشيطان أعمالهم، فهو وليّهم اليوم، ولهم عذاب موجع.</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أَنزَلْنَا عَلَيْكَ الْكِتَٰبَ إِلَّا لِتُبَيِّنَ لَهُمُ الَّذِي اخْتَلَفُواْ فِيهِ وَهُدًى وَرَحْمَةً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أنزلنا عليك القرآن إلا لتبيّن لهم ما اختلفوا فيه، وهدى ورحمة لقوم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أَنزَلَ مِنَ السَّمَآءِ مَآءً فَأَحْيَا بِهِ الْأَرْضَ بَعْدَ مَوْتِهَآ إِنَّ فِي ذَٰلِكَ لَأيَةً لِّقَوْمٍ يَسْمَعُونَ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أنزل من السماء مطرًا فأحيا به الأرض بعد يُبسها، إن في ذلك لدليلًا لقوم يسمعون.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لَكُمْ فِي الْأَنْعَٰمِ لَعِبْرَةً نُّسْقِيكُم مِّمَّا فِي بُطُونِهِ مِن بَيْنِ فَرْثٍ وَدَمٍ لَّبَنًا خَالِصًا سَآئِغًا لِّلشَّـٰرِبِينَ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لكم في الأنعام لعبرة، نسقيكم من بطونها لبنًا خالصًا من بين فضلات الطعام والدم، سهلًا لذيذًا للشاربين.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ثَمَرَٰتِ النَّخِيلِ وَالْأَعْنَٰبِ تَتَّخِذُونَ مِنْهُ سَكَرًا وَرِزْقًا حَسَنًا إِنَّ فِي ذَٰلِكَ لَأيَةً لِّقَوْمٍ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ثمرات النخيل والأعناب تتخذون منه شرابًا مُسكرًا قبل تحريمه، ورزقًا حسنًا كالتمر والزبيب، إن في ذلك لدليلًا لقوم يعقلون. وكان هذا قبل تحريم الخمر.</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وَأَوْحَىٰ رَبُّكَ إِلَى النَّحْلِ أَنِ اتَّخِذِي مِنَ الْجِبَالِ بُيُوتًا وَمِنَ الشَّجَرِ وَمِمَّا يَعْرِشُونَ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وألهم ربك النحل: أن اتّخذي من الجبال بيوتًا، ومن الشجر، ومما يبني الناس من العرائش.</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كُلِي مِن كُلِّ الثَّمَرَٰتِ فَاسْلُكِي سُبُلَ رَبِّكِ ذُلُلًا يَخْرُجُ مِن بُطُونِهَا شَرَابٌ مُّخْتَلِفٌ أَلْوَٰنُهُ فِيهِ شِفَآءٌ لِّلنَّاسِ إِنَّ فِي ذَٰلِكَ لَأيَةً لِّقَوْمٍ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كلي من كل الثمرات، فاسلكي طرق ربك مذلّلة، يخرج من بطونها عسل مختلف الألوان، فيه شفاء للناس، إن في ذلك لدليلًا لقوم يتفكرون.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خَلَقَكُمْ ثُمَّ يَتَوَفَّىٰكُمْ وَمِنكُم مَّن يُرَدُّ إِلَىٰ أَرْذَلِ الْعُمُرِ لِكَيْ لَا يَعْلَمَ بَعْدَ عِلْمٍ شَيْـًٔا إِنَّ اللَّهَ عَلِيمٌ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خلقكم ثم يتوفّاكم، ومنكم من يُرد إلى أضعف العمر وهو الهرم، فلا يعلم بعد علم شيئًا، إن الله عليم قدير.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فَضَّلَ بَعْضَكُمْ عَلَىٰ بَعْضٍ فِي الرِّزْقِ فَمَا الَّذِينَ فُضِّلُواْ بِرَآدِّي رِزْقِهِمْ عَلَىٰ مَا مَلَكَتْ أَيْمَٰنُهُمْ فَهُمْ فِيهِ سَوَآءٌ أَفَبِنِعْمَةِ اللَّهِ يَجْحَدُونَ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فضّل بعضكم على بعض في الرزق، فما الأغنياء بمُعطين عبيدهم من رزقهم حتى يتساووا فيه، فكيف تجعلون لله شركاء من عبيده؟ أفبنعمة الله يجحدون؟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جَعَلَ لَكُم مِّنْ أَنفُسِكُمْ أَزْوَٰجًا وَجَعَلَ لَكُم مِّنْ أَزْوَٰجِكُم بَنِينَ وَحَفَدَةً وَرَزَقَكُم مِّنَ الطَّيِّبَٰتِ أَفَبِالْبَٰطِلِ يُؤْمِنُونَ وَبِنِعْمَتِ اللَّهِ هُمْ يَكْفُرُونَ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جعل لكم من جنسكم زوجات، وجعل لكم من زوجاتكم أبناء وأحفادًا، ورزقكم من الطيبات، أفبالباطل يؤمنون، وبنعمة الله هم يكفرون؟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وَيَعْبُدُونَ مِن دُونِ اللَّهِ مَا لَا يَمْلِكُ لَهُمْ رِزْقًا مِّنَ السَّمَٰوَٰتِ وَالْأَرْضِ شَيْـًٔا وَلَا يَسْتَطِيعُونَ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ويعبدون من دون الله ما لا يملك لهم رزقًا من السماوات والأرض شيئًا، ولا يستطيعون ذلك.</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تَضْرِبُواْ لِلَّهِ الْأَمْثَالَ إِنَّ اللَّهَ يَعْلَمُ وَأَنتُمْ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تجعلوا لله أشباهًا وأمثالًا، إن الله يعلم وأنتم لا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ضَرَبَ اللَّهُ مَثَلًا عَبْدًا مَّمْلُوكًا لَّا يَقْدِرُ عَلَىٰ شَيْءٍ وَمَن رَّزَقْنَٰهُ مِنَّا رِزْقًا حَسَنًا فَهُوَ يُنفِقُ مِنْهُ سِرًّا وَجَهْرًا هَلْ يَسْتَوُنَ الْحَمْدُ لِلَّهِ بَلْ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ضرب الله مثلًا: عبدًا مملوكًا عاجزًا لا يقدر على شيء، ورجلًا حرًّا رزقناه رزقًا حسنًا فهو ينفق منه سرًّا وجهرًا، هل يستويان؟ كذلك لا يستوي الصنم العاجز والله الرزّاق، الحمد لله، بل أكثرهم لا يعلمون.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وَضَرَبَ اللَّهُ مَثَلًا رَّجُلَيْنِ أَحَدُهُمَآ أَبْكَمُ لَا يَقْدِرُ عَلَىٰ شَيْءٍ وَهُوَ كَلٌّ عَلَىٰ مَوْلَىٰهُ أَيْنَمَا يُوَجِّههُّ لَا يَأْتِ بِخَيْرٍ هَلْ يَسْتَوِي هُوَ وَمَن يَأْمُرُ بِالْعَدْلِ وَهُوَ عَلَىٰ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وضرب الله مثلًا: رجلين أحدهما أخرس لا يقدر على شيء، وهو عبء على من يتولّاه، أينما يرسله لا يأتِ بخير، هل يستوي هو ومن يأمر بالعدل وهو على طريق مستقيم؟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غَيْبُ السَّمَٰوَٰتِ وَالْأَرْضِ وَمَآ أَمْرُ السَّاعَةِ إِلَّا كَلَمْحِ الْبَصَرِ أَوْ هُوَ أَقْرَبُ إِنَّ 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علم غيب السماوات والأرض، وما أمر قيام الساعة إلا كلمح البصر أو أقرب، إن الله على كل شيء قدير.</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أَخْرَجَكُم مِّن بُطُونِ أُمَّهَٰتِكُمْ لَا تَعْلَمُونَ شَيْـًٔا وَجَعَلَ لَكُمُ السَّمْعَ وَالْأَبْصَٰرَ وَالْأَفْـِٔدَةَ 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أخرجكم من بطون أمهاتكم لا تعلمون شيئًا، وجعل لكم السمع والأبصار والعقول لعلكم تشكرون.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٧٩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يَرَوْاْ إِلَى الطَّيْرِ مُسَخَّرَٰتٍ فِي جَوِّ السَّمَآءِ مَا يُمْسِكُهُنَّ إِلَّا اللَّهُ إِنَّ فِي ذَٰلِكَ لَأيَٰتٍ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يروا إلى الطير مذلّلات في جوّ السماء؟ ما يُمسكهن إلا الله، إن في ذلك لدلائل لقوم يؤمنون.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جَعَلَ لَكُم مِّن بُيُوتِكُمْ سَكَنًا وَجَعَلَ لَكُم مِّن جُلُودِ الْأَنْعَٰمِ بُيُوتًا تَسْتَخِفُّونَهَا يَوْمَ ظَعْنِكُمْ وَيَوْمَ إِقَامَتِكُمْ وَمِنْ أَصْوَافِهَا وَأَوْبَارِهَا وَأَشْعَارِهَآ أَثَٰثًا وَمَتَٰعًا إِلَىٰ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جعل لكم من بيوتكم مكانًا تسكنون فيه، وجعل لكم من جلود الأنعام خيامًا خفيفة تحملونها في سفركم وإقامتكم، ومن أصوافها وأوبارها وأشعارها أثاثًا ومتاعًا إلى وقت.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جَعَلَ لَكُم مِّمَّا خَلَقَ ظِلَٰلًا وَجَعَلَ لَكُم مِّنَ الْجِبَالِ أَكْنَٰنًا وَجَعَلَ لَكُمْ سَرَٰبِيلَ تَقِيكُمُ الْحَرَّ وَسَرَٰبِيلَ تَقِيكُم بَأْسَكُمْ كَذَٰلِكَ يُتِمُّ نِعْمَتَهُ عَلَيْكُمْ لَعَلَّكُمْ تُسْلِمُونَ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جعل لكم مما خلق ظلالًا كالأشجار، وجعل لكم من الجبال كهوفًا تسكنونها، وجعل لكم ثيابًا تحميكم من الحرّ، ودروعًا تحميكم في الحرب، كذلك يُتمّ نعمته عليكم لعلكم تُسلمون.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تَوَلَّوْاْ فَإِنَّمَا عَلَيْكَ الْبَلَٰغُ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أعرضوا فإنما عليك التبليغ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يَعْرِفُونَ نِعْمَتَ اللَّهِ ثُمَّ يُنكِرُونَهَا وَأَكْثَرُهُمُ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يعرفون نعمة الله أنها منه، ثم ينكرونها بنسبتها لغيره، وأكثرهم الكافرون.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نَبْعَثُ مِن كُلِّ أُمَّةٍ شَهِيدًا ثُمَّ لَا يُؤْذَنُ لِلَّذِينَ كَفَرُواْ وَلَا هُمْ يُسْتَعْتَبُونَ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نبعث من كل أمة نبيّها شاهدًا عليها، ثم لا يُؤذن للكفار في الاعتذار، ولا يُطلب منهم إرضاء ربهم.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رَءَا الَّذِينَ ظَلَمُواْ الْعَذَابَ فَلَا يُخَفَّفُ عَنْهُمْ وَلَا هُمْ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رأى الظالمون العذاب فلا يُخفّف عنهم، ولا هم يُمهَلون.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رَءَا الَّذِينَ أَشْرَكُواْ شُرَكَآءَهُمْ قَالُواْ رَبَّنَا هَـٰؤُلَآءِ شُرَكَآؤُنَا الَّذِينَ كُنَّا نَدْعُواْ مِن دُونِكَ فَأَلْقَوْاْ إِلَيْهِمُ الْقَوْلَ إِنَّكُمْ 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رأى المشركون آلهتهم قالوا: ربنا هؤلاء شركاؤنا الذين كنا نعبدهم من دونك، فردّت الآلهة عليهم: إنكم لكاذبون.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وَأَلْقَوْاْ إِلَى اللَّهِ يَوْمَئِذٍ السَّلَمَ وَضَلَّ عَنْهُم 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واستسلموا لله يومئذ، وغاب عنهم ما كانوا يختلقون.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٨٨ –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كَفَرُواْ وَصَدُّواْ عَن سَبِيلِ اللَّهِ زِدْنَٰهُمْ عَذَابًا فَوْقَ الْعَذَابِ بِمَا كَانُواْ يُفْسِدُونَ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الكفار الذين صدّوا الناس عن دين الله زدناهم عذابًا فوق عذابهم بسبب إفسادهم.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وَيَوْمَ نَبْعَثُ فِي كُلِّ أُمَّةٍ شَهِيدًا عَلَيْهِم مِّنْ أَنفُسِهِمْ وَجِئْنَا بِكَ شَهِيدًا عَلَىٰ هَـٰؤُلَآءِ وَنَزَّلْنَا عَلَيْكَ الْكِتَٰبَ تِبْيَٰنًا لِّكُلِّ شَيْءٍ وَهُدًى وَرَحْمَةً وَبُشْرَىٰ لِلْمُسْلِمِينَ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ويوم نبعث في كل أمة شاهدًا عليهم من أنفسهم، وجئنا بك يا محمد شاهدًا على أمتك، ونزّلنا عليك القرآن بيانًا لكل شيء، وهدى ورحمة وبشرى للمسلمين.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٩٠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يَأْمُرُ بِالْعَدْلِ وَالْإِحْسَٰنِ وَإِيتَآيِٕ ذِي الْقُرْبَىٰ وَيَنْهَىٰ عَنِ الْفَحْشَآءِ وَالْمُنكَرِ وَالْبَغْيِ يَعِظُكُمْ لَعَلَّكُمْ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يأمر بالعدل، والإحسان، وإعطاء الأقارب حقّهم، وينهى عن الفاحشة، والمنكر، والظلم، يعظكم لعلكم تتذكرون. قال ابن مسعود: هذه أجمع آية في القرآن للخير والشر.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وَأَوْفُواْ بِعَهْدِ اللَّهِ إِذَا عَٰهَدتُّمْ وَلَا تَنقُضُواْ الْأَيْمَٰنَ بَعْدَ تَوْكِيدِهَا وَقَدْ جَعَلْتُمُ اللَّهَ عَلَيْكُمْ كَفِيلًا إِنَّ اللَّهَ يَعْلَمُ مَا تَفْعَلُونَ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وأوفوا بعهد الله إذا عاهدتم، ولا تنقضوا الأيمان بعد توكيدها، وقد جعلتم الله عليكم شاهدًا، إن الله يعلم ما تفعلون.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تَكُونُواْ كَالَّتِي نَقَضَتْ غَزْلَهَا مِن بَعْدِ قُوَّةٍ أَنكَٰثًا تَتَّخِذُونَ أَيْمَٰنَكُمْ دَخَلًا بَيْنَكُمْ أَن تَكُونَ أُمَّةٌ هِيَ أَرْبَىٰ مِنْ أُمَّةٍ إِنَّمَا يَبْلُوكُمُ اللَّهُ بِهِ وَلَيُبَيِّنَنَّ لَكُمْ يَوْمَ الْقِيَٰمَةِ مَا كُنتُمْ فِيهِ تَخْتَلِفُونَ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تكونوا كالمرأة الحمقاء التي غزلت صوفها فأحكمته ثم نقضته، تجعلون أيمانكم خديعة بينكم لتكون جماعة أكثر من جماعة، إنما يختبركم الله بذلك، وليبيّننّ لكم يوم القيامة ما كنتم فيه تختلفون.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شَآءَ اللَّهُ لَجَعَلَكُمْ أُمَّةً وَٰحِدَةً وَلَٰكِن يُضِلُّ مَن يَشَآءُ وَيَهْدِي مَن يَشَآءُ وَلَتُسْـَٔلُنَّ عَمَّا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شاء الله لجعلكم على دين واحد، ولكن يُضل من يشاء ويهدي من يشاء، ولتُسألنّ عما كنتم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٩٤ – ٩٥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تَتَّخِذُواْ أَيْمَٰنَكُمْ دَخَلًا بَيْنَكُمْ فَتَزِلَّ قَدَمٌ بَعْدَ ثُبُوتِهَا وَتَذُوقُواْ السُّوءَ بِمَا صَدَدتُّمْ عَن سَبِيلِ اللَّهِ وَلَكُمْ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تجعلوا أيمانكم خديعة بينكم، فتزلّ قدم بعد ثبوتها، وتذوقوا العذاب في الدنيا بصدّكم عن دين الله، ولكم عذاب عظيم في الآخرة.</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تَشْتَرُواْ بِعَهْدِ اللَّهِ ثَمَنًا قَلِيلًا إِنَّمَا عِندَ اللَّهِ هُوَ خَيْرٌ لَّكُمْ إِن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تستبدلوا بعهد الله متاعًا قليلًا من الدنيا، إنما ما عند الله هو خير لكم إن كنتم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٩٦ – ٩٧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عِندَكُمْ يَنفَدُ وَمَا عِندَ اللَّهِ بَاقٍ وَلَنَجْزِيَنَّ الَّذِينَ صَبَرُواْ أَجْرَهُم بِأَحْسَنِ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عندكم من متاع الدنيا يفنى، وما عند الله من الثواب باقٍ، ولنجزينّ الصابرين أجرهم بأحسن ما كانوا يعملون.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عَمِلَ صَٰلِحًا مِّن ذَكَرٍ أَوْ أُنثَىٰ وَهُوَ مُؤْمِنٌ فَلَنُحْيِيَنَّهُ حَيَوٰةً طَيِّبَةً وَلَنَجْزِيَنَّهُمْ أَجْرَهُم بِأَحْسَنِ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عمل صالحًا من ذكر أو أنثى وهو مؤمن، فلنحيينّه حياة طيبة في الدنيا بالقناعة والطمأنينة، ولنجزينّهم أجرهم بأحسن 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٩٨ –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قَرَأْتَ الْقُرْءَانَ فَاسْتَعِذْ بِاللَّهِ مِنَ الشَّيْطَٰنِ الرَّجِيمِ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أردت قراءة القرآن فقل: أعوذ بالله من الشيطان الرجيم.</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لَيْسَ لَهُ سُلْطَٰنٌ عَلَى الَّذِينَ ءَامَنُواْ وَعَلَىٰ رَبِّهِمْ يَتَوَكَّلُونَ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ليس للشيطان تسلّط على المؤمنين المتوكّلين على ربهم.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سُلْطَٰنُهُ عَلَى الَّذِينَ يَتَوَلَّوْنَهُ وَالَّذِينَ هُم بِهِ مُشْرِكُونَ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تسلّطه على الذين يتّخذونه وليًّا، والذين هم بسببه مشركون.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١٠١ – ١٠٢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بَدَّلْنَآ ءَايَةً مَّكَانَ ءَايَةٍ وَاللَّهُ أَعْلَمُ بِمَا يُنَزِّلُ قَالُواْ إِنَّمَآ أَنتَ مُفْتَرٍ بَلْ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نسخنا آية بآية أخرى، والله أعلم بما يُنزّل من المصلحة، قالوا: إنما أنت كاذب مختلق، بل أكثرهم لا يعلمون.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نَزَّلَهُ رُوحُ الْقُدُسِ مِن رَّبِّكَ بِالْحَقِّ لِيُثَبِّتَ الَّذِينَ ءَامَنُواْ وَهُدًى وَبُشْرَىٰ لِلْمُسْلِمِينَ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نزّله جبريل من ربك بالحق، ليثبّت المؤمنين، وهدى وبشرى للمسلمين.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١٠٣ – ١٠٥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نَعْلَمُ أَنَّهُمْ يَقُولُونَ إِنَّمَا يُعَلِّمُهُ بَشَرٌ لِّسَانُ الَّذِي يُلْحِدُونَ إِلَيْهِ أَعْجَمِيٌّ وَهَٰذَا لِسَانٌ عَرَبِيٌّ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نعلم أنهم يقولون: إنما يعلّمه بشر! لغة الذي ينسبون إليه التعليم أعجمية، وهذا القرآن بلغة عربية واضحة.</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لَا يُؤْمِنُونَ بِـَٔايَٰتِ اللَّهِ لَا يَهْدِيهِمُ اللَّهُ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لا يؤمنون بآيات الله لا يوفّقهم الله للهداية، ولهم عذاب موجع.</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يَفْتَرِي الْكَذِبَ الَّذِينَ لَا يُؤْمِنُونَ بِـَٔايَٰتِ اللَّهِ وَأُوْلَـٰئِكَ هُمُ الْكَٰذِبُونَ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يختلق الكذب الذين لا يؤمنون بآيات الله، وأولئك هم الكاذبون.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١٠٦ – ١٠٧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كَفَرَ بِاللَّهِ مِن بَعْدِ إِيمَٰنِهِ إِلَّا مَنْ أُكْرِهَ وَقَلْبُهُ مُطْمَئِنٌّ بِالْإِيمَٰنِ وَلَٰكِن مَّن شَرَحَ بِالْكُفْرِ صَدْرًا فَعَلَيْهِمْ غَضَبٌ مِّنَ اللَّهِ وَلَهُمْ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كفر بالله بعد إيمانه فعليه غضب من الله، إلا من أُكره على قول الكفر وقلبه مطمئن بالإيمان فلا إثم عليه، ولكن من رضي بالكفر وانشرح له صدره فعليهم غضب من الله، ولهم عذاب عظيم.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بِأَنَّهُمُ اسْتَحَبُّواْ الْحَيَوٰةَ الدُّنْيَا عَلَى الْأخِرَةِ وَأَنَّ اللَّهَ لَا يَهْدِي الْقَوْمَ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بأنهم فضّلوا الحياة الدنيا على الآخرة، وأن الله لا يهدي القوم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١٠٨ – ١١٠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طَبَعَ اللَّهُ عَلَىٰ قُلُوبِهِمْ وَسَمْعِهِمْ وَأَبْصَٰرِهِمْ وَأُوْلَـٰئِكَ هُمُ الْغَٰفِلُونَ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ختم الله على قلوبهم وسمعهم وأبصارهم، وأولئك هم الغافلون.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جَرَمَ أَنَّهُمْ فِي الْأخِرَةِ هُمُ الْخَٰسِرُونَ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حقًّا إنهم في الآخرة هم الخاسرون.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 رَبَّكَ لِلَّذِينَ هَاجَرُواْ مِن بَعْدِ مَا فُتِنُواْ ثُمَّ جَٰهَدُواْ وَصَبَرُواْ إِنَّ رَبَّكَ مِن بَعْدِهَا لَغَفُورٌ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 ربك للذين هاجروا من بعد ما عُذّبوا ليتركوا دينهم، ثم جاهدوا وصبروا، إن ربك من بعد ذلك لغفور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١١١ – ١١٢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تَأْتِي كُلُّ نَفْسٍ تُجَٰدِلُ عَن نَّفْسِهَا وَتُوَفَّىٰ كُلُّ نَفْسٍ مَّا عَمِلَتْ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تأتي كل نفس تجادل عن نفسها، وتُعطى كل نفس جزاء ما عملت، وهم لا يُظلمون.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وَضَرَبَ اللَّهُ مَثَلًا قَرْيَةً كَانَتْ ءَامِنَةً مُّطْمَئِنَّةً يَأْتِيهَا رِزْقُهَا رَغَدًا مِّن كُلِّ مَكَانٍ فَكَفَرَتْ بِأَنْعُمِ اللَّهِ فَأَذَٰقَهَا اللَّهُ لِبَاسَ الْجُوعِ وَالْخَوْفِ بِمَا كَانُواْ يَصْنَعُونَ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وضرب الله مثلًا: قرية كانت آمنة مطمئنة، يأتيها رزقها واسعًا من كل مكان، فكفرت بنعم الله، فأذاقها الله الجوع والخوف حتى صارا كاللباس يحيط بها، بسبب أعمالهم.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١١٣ – ١١٥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جَآءَهُمْ رَسُولٌ مِّنْهُمْ فَكَذَّبُوهُ فَأَخَذَهُمُ الْعَذَابُ وَهُمْ 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جاءهم رسول منهم فكذّبوه، فأخذهم العذاب وهم ظالمون.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فَكُلُواْ مِمَّا رَزَقَكُمُ اللَّهُ حَلَٰلًا طَيِّبًا وَاشْكُرُواْ نِعْمَتَ اللَّهِ إِن كُنتُمْ إِيَّاهُ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فكلوا مما رزقكم الله حلالًا طيبًا، واشكروا نعمة الله إن كنتم إياه تعبدون.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حَرَّمَ عَلَيْكُمُ الْمَيْتَةَ وَالدَّمَ وَلَحْمَ الْخِنزِيرِ وَمَآ أُهِلَّ لِغَيْرِ اللَّهِ بِهِ فَمَنِ اضْطُرَّ غَيْرَ بَاغٍ وَلَا عَادٍ فَإِنَّ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حرّم عليكم الميتة، والدم، ولحم الخنزير، وما ذُبح لغير الله، فمن اضطر غير ظالم ولا متجاوز للحاجة فإن 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١١٦ – ١١٧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تَقُولُواْ لِمَا تَصِفُ أَلْسِنَتُكُمُ الْكَذِبَ هَٰذَا حَلَٰلٌ وَهَٰذَا حَرَامٌ لِّتَفْتَرُواْ عَلَى اللَّهِ الْكَذِبَ إِنَّ الَّذِينَ يَفْتَرُونَ عَلَى اللَّهِ الْكَذِبَ لَا يُفْلِحُونَ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تقولوا كذبًا بألسنتكم: هذا حلال وهذا حرام، لتختلقوا على الله الكذب، إن الذين يكذبون على الله لا يفلحون.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مَتَٰعٌ قَلِيلٌ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متاع قليل في الدنيا، ولهم عذاب موجع في الآخرة.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١١٨ – ١٢٠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وَعَلَى الَّذِينَ هَادُواْ حَرَّمْنَا مَا قَصَصْنَا عَلَيْكَ مِن قَبْلُ وَمَا ظَلَمْنَٰهُمْ وَلَٰكِن كَانُواْ أَنفُسَهُمْ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وعلى اليهود حرّمنا ما قصصنا عليك من قبل في سورة الأنعام، وما ظلمناهم، ولكن ظلموا أنفسهم.</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 رَبَّكَ لِلَّذِينَ عَمِلُواْ السُّوءَ بِجَهَٰلَةٍ ثُمَّ تَابُواْ مِن بَعْدِ ذَٰلِكَ وَأَصْلَحُواْ إِنَّ رَبَّكَ مِن بَعْدِهَا لَغَفُورٌ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 ربك للذين عملوا السوء بجهل، ثم تابوا من بعد ذلك وأصلحوا، إن ربك من بعدها لغفور رحيم.</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إِبْرَٰهِيمَ كَانَ أُمَّةً قَانِتًا لِّلَّهِ حَنِيفًا وَلَمْ يَكُ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إبراهيم كان إمامًا قدوة في الخير، مطيعًا لله، مائلًا عن الشرك إلى التوحيد، ولم يكن من المشركين.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١٢١ – ١٢٣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شَاكِرًا لِّأَنْعُمِهِ اجْتَبَىٰهُ وَهَدَىٰهُ إِلَىٰ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شاكرًا لنعم الله، اختاره ربه، وهداه إلى طريق مستقيم.</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وَءَاتَيْنَٰهُ فِي الدُّنْيَا حَسَنَةً وَإِنَّهُ فِي الْأخِرَةِ لَمِنَ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وآتيناه في الدنيا ذكرًا حسنًا وذرية صالحة، وإنه في الآخرة لمن الصالحين.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أَوْحَيْنَآ إِلَيْكَ أَنِ اتَّبِعْ مِلَّةَ إِبْرَٰهِيمَ حَنِيفًا وَمَا كَانَ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أوحينا إليك: أن اتّبع دين إبراهيم المائل عن الشرك، وما كان من المشركين.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١٢٤ – ١٢٥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١٢٤</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جُعِلَ السَّبْتُ عَلَى الَّذِينَ اخْتَلَفُواْ فِيهِ وَإِنَّ رَبَّكَ لَيَحْكُمُ بَيْنَهُمْ يَوْمَ الْقِيَٰمَةِ فِيمَا كَانُواْ فِيهِ يَخْتَلِفُونَ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فُرض تعظيم يوم السبت على اليهود الذين اختلفوا فيه، وإن ربك ليحكم بينهم يوم القيامة فيما كانوا فيه يختلفون.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١٢٥</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ادْعُ إِلَىٰ سَبِيلِ رَبِّكَ بِالْحِكْمَةِ وَالْمَوْعِظَةِ الْحَسَنَةِ وَجَٰدِلْهُم بِالَّتِي هِيَ أَحْسَنُ إِنَّ رَبَّكَ هُوَ أَعْلَمُ بِمَن ضَلَّ عَن سَبِيلِهِ وَهُوَ أَعْلَمُ بِالْمُهْتَدِينَ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ادعُ إلى دين ربك بالحكمة، والموعظة الحسنة، وجادل المخالفين بالطريقة التي هي أحسن، إن ربك هو أعلم بمن ضلّ عن سبيله، وهو أعلم بالمهتدين.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النحل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١٢٦ – ١٢٨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١٢٦</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عَاقَبْتُمْ فَعَاقِبُواْ بِمِثْلِ مَا عُوقِبْتُم بِهِ وَلَئِن صَبَرْتُمْ لَهُوَ خَيْرٌ لِّلصَّـٰبِرِينَ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عاقبتم من أساء إليكم فعاقبوا بمثل ما أُسيء إليكم دون زيادة، ولئن صبرتم لهو خير للصابرين.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١٢٧</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وَاصْبِرْ وَمَا صَبْرُكَ إِلَّا بِاللَّهِ وَلَا تَحْزَنْ عَلَيْهِمْ وَلَا تَكُ فِي ضَيْقٍ مِّمَّا يَمْكُرُونَ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واصبر، وما صبرك إلا بعون الله، ولا تحزن على المشركين، ولا يضق صدرك من مكرهم.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١٢٨</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مَعَ الَّذِينَ اتَّقَواْ وَّالَّذِينَ هُم مُّحْسِنُونَ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مع المتقين والمحسنين بنصره وتأييده.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الحجر</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٩٩</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١٥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المستهزئين بالنبي صلى الله عليه وسلم كانوا خمسة من كبراء قريش، منهم الوليد بن المغيرة والعاص بن وائل، فأهلكهم الله جميعًا، ونزل: ﴿إنا كفيناك المستهزئين﴾.</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حفظ الله للقرآن، ودلائل قدرته في السماء والأرض والرياح، وقصة خلق آدم وعداوة إبليس، وضيف إبراهيم وهلاك قوم لوط وأصحاب الحِجر، وتسلية النبي صلى الله عليه وسلم.</a:t>
            </a:r>
            <a:endParaRPr lang="ar-SA"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الر تِلْكَ ءَايَٰتُ الْكِتَٰبِ وَقُرْءَانٍ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تلك آيات الكتاب، وقرآن واضح.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رُّبَمَا يَوَدُّ الَّذِينَ كَفَرُواْ لَوْ كَانُواْ 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ربما يتمنّى الكفار يوم القيامة لو كانوا مسلمين.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ذَرْهُمْ يَأْكُلُواْ وَيَتَمَتَّعُواْ وَيُلْهِهِمُ الْأَمَلُ فَسَوْفَ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اتركهم يأكلوا ويتمتّعوا، ويُشغلهم الأمل الطويل عن الآخرة، فسوف يعلمون عاقبتهم.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أَهْلَكْنَا مِن قَرْيَةٍ إِلَّا وَلَهَا كِتَابٌ 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أهلكنا من قرية إلا ولها أجل مكتوب محدد.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تَسْبِقُ مِنْ أُمَّةٍ أَجَلَهَا وَمَا يَسْتَـْٔخِرُونَ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تتقدّم أمة عن أجلها ولا تتأخّر عنه.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يَـٰأَيُّهَا الَّذِي نُزِّلَ عَلَيْهِ الذِّكْرُ إِنَّكَ لَمَجْنُونٌ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المشركون ساخرين: يا أيها الذي نُزّل عليه القرآن إنك لمجنون.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لَّوْمَا تَأْتِينَا بِالْمَلَـٰئِكَةِ إِن كُنتَ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 تأتينا بالملائكة تشهد لك إن كنت من الصادقين!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نُنَزِّلُ الْمَلَـٰئِكَةَ إِلَّا بِالْحَقِّ وَمَا كَانُواْ إِذًا مُّنظَرِينَ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ننزّل الملائكة إلا بالحق والعذاب، ولو نزلت ما كانوا مُمهَلين.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نَحْنُ نَزَّلْنَا الذِّكْرَ وَإِنَّا لَهُ لَحَٰفِظُونَ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نحن نزّلنا القرآن، وإنا له لحافظون من التبديل والتحريف.</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مِن قَبْلِكَ فِي شِيَعِ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من قبلك رسلًا في فِرق الأمم الأولى.</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يَأْتِيهِم مِّن رَّسُولٍ إِلَّا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يأتيهم من رسول إلا كانوا به يستهزئون.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نَسْلُكُهُ فِي قُلُوبِ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ندخل التكذيب في قلوب المجرمين.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يُؤْمِنُونَ بِهِ وَقَدْ خَلَتْ سُنَّةُ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يؤمنون بالقرآن، وقد مضت سنة الله في إهلاك المكذّبين قبلهم.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فَتَحْنَا عَلَيْهِم بَابًا مِّنَ السَّمَآءِ فَظَلُّواْ فِيهِ يَعْرُجُونَ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فتحنا عليهم بابًا من السماء فظلّوا يصعدون فيه.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لَقَالُواْ إِنَّمَا سُكِّرَتْ أَبْصَٰرُنَا بَلْ نَحْنُ قَوْمٌ مَّسْحُورُونَ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لقالوا: إنما سُدّت أبصارنا، بل نحن قوم مسحورون، من شدة عنادهم.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جَعَلْنَا فِي السَّمَآءِ بُرُوجًا وَزَيَّنَّـٰهَا لِلنَّـٰظِرِينَ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جعلنا في السماء منازل للنجوم والكواكب، وزيّنّاها للناظرين.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وَحَفِظْنَٰهَا مِن كُلِّ شَيْطَٰنٍ رَّجِيمٍ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وحفظناها من كل شيطان مطرود.</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اسْتَرَقَ السَّمْعَ فَأَتْبَعَهُ شِهَابٌ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اختطف السمع من الملائكة، فيلحقه شهاب مضيء يحرقه.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وَالْأَرْضَ مَدَدْنَٰهَا وَأَلْقَيْنَا فِيهَا رَوَٰسِيَ وَأَنبَتْنَا فِيهَا مِن كُلِّ شَيْءٍ مَّوْزُونٍ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والأرض بسطناها، وألقينا فيها جبالًا ثابتة، وأنبتنا فيها من كل نبات بمقدار موزون.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لَكُمْ فِيهَا مَعَٰيِشَ وَمَن لَّسْتُمْ لَهُ بِرَٰزِقِينَ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لكم فيها ما تعيشون به، ورزقنا من لستم ترزقونه من الدواب والعبيد.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مِّن شَيْءٍ إِلَّا عِندَنَا خَزَآئِنُهُ وَمَا نُنَزِّلُهُ إِلَّا بِقَدَرٍ 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 شيء إلا عندنا خزائنه، وما ننزّله إلا بمقدار معلوم.</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02666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وَأَرْسَلْنَا الرِّيَٰحَ لَوَٰقِحَ فَأَنزَلْنَا مِنَ السَّمَآءِ مَآءً فَأَسْقَيْنَٰكُمُوهُ وَمَآ أَنتُمْ لَهُ بِخَٰزِنِينَ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وأرسلنا الرياح تُلقّح السحاب والأشجار، فأنزلنا من السماء مطرًا فسقيناكموه، وما أنتم له بحافظين في خزائن.</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وَإِنَّا لَنَحْنُ نُحْيِ وَنُمِيتُ وَنَحْنُ الْوَٰرِثُونَ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وإنا لنحن نُحيي ونُميت، ونحن الوارثون للأرض ومن عليها.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عَلِمْنَا الْمُسْتَقْدِمِينَ مِنكُمْ وَلَقَدْ عَلِمْنَا الْمُسْتَـْٔخِرِينَ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علمنا من مضى منكم، ومن يأتي بعدكم.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رَبَّكَ هُوَ يَحْشُرُهُمْ إِنَّهُ حَكِيمٌ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ربك هو يجمعهم يوم القيامة، إنه حكيم عليم.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خَلَقْنَا الْإِنسَٰنَ مِن صَلْصَٰلٍ مِّنْ حَمَإٍ مَّسْنُونٍ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خلقنا آدم من طين يابس له صوت، أصله من طين أسود متغيّر.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وَالْجَآنَّ خَلَقْنَٰهُ مِن قَبْلُ مِن نَّارِ السَّمُومِ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والجنّ خلقنا أباهم من قبل آدم من نار شديدة الحرارة.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رَبُّكَ لِلْمَلَـٰئِكَةِ إِنِّي خَٰلِقٌ بَشَرًا مِّن صَلْصَٰلٍ مِّنْ حَمَإٍ مَّسْنُونٍ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ربك للملائكة: إني خالق بشرًا من طين يابس من طين أسود متغيّر.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سَوَّيْتُهُ وَنَفَخْتُ فِيهِ مِن رُّوحِي فَقَعُواْ لَهُ سَٰجِدِينَ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أتممت خلقه ونفخت فيه الروح فاسجدوا له سجود تحية.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فَسَجَدَ الْمَلَـٰئِكَةُ كُلُّهُمْ أَجْمَعُونَ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فسجد الملائكة كلهم جميعًا.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إِبْلِيسَ أَبَىٰ أَن يَكُونَ مَعَ السَّـٰجِدِينَ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إبليس امتنع أن يكون مع الساجدين.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يَـٰإِبْلِيسُ مَا لَكَ أَلَّا تَكُونَ مَعَ السَّـٰجِدِينَ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يا إبليس ما لك ألّا تكون مع الساجدين؟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لَمْ أَكُن لِّأَسْجُدَ لِبَشَرٍ خَلَقْتَهُ مِن صَلْصَٰلٍ مِّنْ حَمَإٍ مَّسْنُونٍ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لم أكن لأسجد لبشر خلقته من طين يابس من طين متغيّر.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فَاخْرُجْ مِنْهَا فَإِنَّكَ رَجِيمٌ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فاخرج من الجنة، فإنك مطرود.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عَلَيْكَ اللَّعْنَةَ إِلَىٰ 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عليك اللعنة إلى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فَأَنظِرْنِي إِلَىٰ يَوْمِ يُبْعَثُونَ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فأمهلني إلى يوم يبعثون.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فَإِنَّكَ مِنَ الْمُنظَرِينَ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فإنك من المُمهَلين.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يَوْمِ الْوَقْتِ الْمَعْلُومِ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يوم الوقت المعلوم وهو النفخة الأولى.</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بِمَآ أَغْوَيْتَنِي لَأُزَيِّنَنَّ لَهُمْ فِي الْأَرْضِ وَلَأُغْوِيَنَّهُمْ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رب بسبب إغوائك لي لأزيّننّ لهم المعاصي في الأرض، ولأُضلّنّهم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٤٠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عِبَادَكَ مِنْهُمُ الْمُخْلَصِينَ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عبادك منهم الذين أخلصتهم لطاعتك.</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هَٰذَا صِرَٰطٌ عَلَيَّ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هذا طريق مستقيم يوصل إليّ.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عِبَادِي لَيْسَ لَكَ عَلَيْهِمْ سُلْطَٰنٌ إِلَّا مَنِ اتَّبَعَكَ مِنَ الْغَاوِينَ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عبادي المؤمنين ليس لك عليهم سلطة، إلا من اتّبعك من الضالّين.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جَهَنَّمَ لَمَوْعِدُهُمْ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جهنم لموعدهم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لَهَا سَبْعَةُ أَبْوَٰبٍ لِّكُلِّ بَابٍ مِّنْهُمْ جُزْءٌ مَّقْسُومٌ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لها سبعة أبواب، لكل باب منهم قسم محدد.</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الْمُتَّقِينَ فِي جَنَّـٰتٍ وَعُيُونٍ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المتقين في جنات وعيون جارية.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ادْخُلُوهَا بِسَلَٰمٍ ءَامِنِينَ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ادخلوها بسلامة، آمنين.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وَنَزَعْنَا مَا فِي صُدُورِهِم مِّنْ غِلٍّ إِخْوَٰنًا عَلَىٰ سُرُرٍ مُّتَقَٰبِلِينَ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وأزلنا ما في صدورهم من حقد، إخوانًا على أسرّة متقابلين.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يَمَسُّهُمْ فِيهَا نَصَبٌ وَمَا هُم مِّنْهَا بِمُخْرَجِينَ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يصيبهم فيها تعب، وما هم منها بمُخرَجين.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نَبِّئْ عِبَادِي أَنِّي أَنَا الْغَفُورُ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أخبر عبادي أني أنا الغفور الرحيم.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عَذَابِي هُوَ الْعَذَابُ الْأَلِيمُ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عذابي هو العذاب الموجع.</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وَنَبِّئْهُمْ عَن ضَيْفِ إِبْرَٰهِيمَ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وأخبرهم عن ضيوف إبراهيم من الملائكة.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دَخَلُواْ عَلَيْهِ فَقَالُواْ سَلَٰمًا قَالَ إِنَّا مِنكُمْ وَجِلُونَ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دخلوا عليه فقالوا: سلامًا، قال: إنا منكم خائفون.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لَا تَوْجَلْ إِنَّا نُبَشِّرُكَ بِغُلَٰمٍ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لا تخف، إنا نبشّرك بغلام عليم هو إسحاق.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أَبَشَّرْتُمُونِي عَلَىٰ أَن مَّسَّنِيَ الْكِبَرُ فَبِمَ تُبَشِّرُونَ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متعجّبًا: أبشّرتموني بالولد مع أني كبير السن؟ فبأيّ شيء تبشّرون؟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بَشَّرْنَٰكَ بِالْحَقِّ فَلَا تَكُن مِّنَ الْقَٰنِطِينَ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بشّرناك بالحق، فلا تكن من اليائسين.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وَمَن يَقْنَطُ مِن رَّحْمَةِ رَبِّهِ إِلَّا الضَّآلُّونَ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ومن ييأس من رحمة ربه إلا الضالّون؟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فَمَا خَطْبُكُمْ أَيُّهَا الْمُرْسَلُونَ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فما شأنكم أيها المرسلون؟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إِنَّآ أُرْسِلْنَآ إِلَىٰ قَوْمٍ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إنا أُرسلنا إلى قوم مجرمين، قوم لوط.</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ءَالَ لُوطٍ إِنَّا لَمُنَجُّوهُمْ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آل لوط إنا لمنجّوهم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٦٠ –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امْرَأَتَهُ قَدَّرْنَآ إِنَّهَا لَمِنَ الْغَٰبِرِينَ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امرأته قدّرنا أنها من الهالكين.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 ءَالَ لُوطٍ الْمُرْسَلُونَ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 آل لوط المرسلون.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إِنَّكُمْ قَوْمٌ مُّنكَرُونَ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لوط: إنكم قوم لا أعرفكم.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بَلْ جِئْنَٰكَ بِمَا كَانُواْ فِيهِ يَمْتَرُونَ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بل جئناك بالعذاب الذي كان قومك يشكّون فيه.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وَأَتَيْنَٰكَ بِالْحَقِّ وَإِنَّا لَصَٰدِقُونَ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وأتيناك بالحق، وإنا لصادقون.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فَأَسْرِ بِأَهْلِكَ بِقِطْعٍ مِّنَ الَّيْلِ وَاتَّبِعْ أَدْبَٰرَهُمْ وَلَا يَلْتَفِتْ مِنكُمْ أَحَدٌ وَامْضُواْ حَيْثُ تُؤْمَرُونَ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فاخرج بأهلك في جزء من الليل، وامشِ خلفهم، ولا يلتفت منكم أحد، وامضوا حيث تؤمرون.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وَقَضَيْنَآ إِلَيْهِ ذَٰلِكَ الْأَمْرَ أَنَّ دَابِرَ هَـٰؤُلَآءِ مَقْطُوعٌ مُّصْبِحِينَ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وأعلمناه ذلك الأمر: أن هؤلاء سيُهلكون عن آخرهم في الصباح.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 أَهْلُ الْمَدِينَةِ يَسْتَبْشِرُونَ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 أهل المدينة فرحين بالضيوف يريدون بهم السوء.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 هَـٰؤُلَآءِ ضَيْفِي فَلَا تَفْضَحُونِ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لوط: إن هؤلاء ضيوفي فلا تفضحوني.</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وَاتَّقُواْ اللَّهَ وَلَا تُخْزُونِ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واتقوا الله ولا تُذلّوني.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أَوَلَمْ نَنْهَكَ عَنِ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أولم ننهك أن تُضيّف أحدًا من الناس؟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هَـٰؤُلَآءِ بَنَاتِي إِن كُنتُمْ فَٰعِلِينَ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هؤلاء بناتي، يعني نساء قومه، فتزوّجوهن إن كنتم فاعلين.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لَعَمْرُكَ إِنَّهُمْ لَفِي سَكْرَتِهِمْ يَعْمَهُونَ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بحياة النبي صلى الله عليه وسلم: إنهم لفي غفلتهم وضلالهم يتحيّرون.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فَأَخَذَتْهُمُ الصَّيْحَةُ مُشْرِقِينَ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فأخذتهم الصيحة عند شروق الشمس.</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فَجَعَلْنَا عَٰلِيَهَا سَافِلَهَا وَأَمْطَرْنَا عَلَيْهِمْ حِجَارَةً مِّن سِجِّيلٍ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فجعلنا أعلى قراهم أسفلها، وأمطرنا عليهم حجارة من طين متحجّر.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لَأيَٰتٍ لِّلْمُتَوَسِّمِينَ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لعبرًا للمتأمّلين.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وَإِنَّهَا لَبِسَبِيلٍ مُّقِيمٍ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قراهم لعلى طريق ثابت يمرّ به الناس.</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ذَٰلِكَ لَأيَةً لِّلْمُؤْمِنِينَ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ذلك لعبرة للمؤمنين.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كَانَ أَصْحَٰبُ الْأَيْكَةِ لَظَٰلِمِينَ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كان أصحاب الأشجار الكثيفة وهم قوم شعيب 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٧٩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فَانتَقَمْنَا مِنْهُمْ وَإِنَّهُمَا لَبِإِمَامٍ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فانتقمنا منهم، وإن قرى قوم لوط وقوم شعيب لعلى طريق واضح.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كَذَّبَ أَصْحَٰبُ الْحِجْرِ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كذّب أصحاب الحِجر وهم ثمود قوم صالح المرسلين.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وَءَاتَيْنَٰهُمْ ءَايَٰتِنَا فَكَانُواْ عَنْهَا مُعْرِضِينَ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وآتيناهم آياتنا ومنها الناقة، فكانوا عنها معرضين.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وَكَانُواْ يَنْحِتُونَ مِنَ الْجِبَالِ بُيُوتًا ءَامِنِينَ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وكانوا ينحتون من الجبال بيوتًا آمنين.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فَأَخَذَتْهُمُ الصَّيْحَةُ مُصْبِحِينَ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فأخذتهم الصيحة في الصباح.</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أَغْنَىٰ عَنْهُم 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نفعهم ما كانوا يكسبون من البيوت والأموال.</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خَلَقْنَا السَّمَٰوَٰتِ وَالْأَرْضَ وَمَا بَيْنَهُمَآ إِلَّا بِالْحَقِّ وَإِنَّ السَّاعَةَ لَأتِيَةٌ فَاصْفَحِ الصَّفْحَ الْجَمِيلَ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خلقنا السماوات والأرض وما بينهما إلا بالحق، وإن القيامة لآتية، فاصفح عن المشركين صفحًا جميلًا.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 هُوَ الْخَلَّـٰقُ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 هو الخلّاق العليم.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ءَاتَيْنَٰكَ سَبْعًا مِّنَ الْمَثَانِي وَالْقُرْءَانَ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أعطيناك سبعًا من المثاني وهي سورة الفاتحة، والقرآن العظيم.</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تَمُدَّنَّ عَيْنَيْكَ إِلَىٰ مَا مَتَّعْنَا بِهِ أَزْوَٰجًا مِّنْهُمْ وَلَا تَحْزَنْ عَلَيْهِمْ وَاخْفِضْ جَنَاحَكَ لِلْمُؤْمِنِينَ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تنظر متمنّيًا إلى ما متّعنا به أصنافًا من الكفار، ولا تحزن عليهم، وتواضع للمؤمنين.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٨٩ – 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إِنِّي أَنَا النَّذِيرُ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إني أنا المنذر الواضح.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كَمَآ أَنزَلْنَا عَلَى الْمُقْتَسِمِينَ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كما أنزلنا العذاب على الذين اقتسموا كتب الله.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جَعَلُواْ الْقُرْءَانَ عِضِينَ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جعلوا القرآن أجزاءً، فآمنوا ببعضه وكفروا ببعض.</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فَوَرَبِّكَ لَنَسْـَٔلَنَّهُمْ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فوربّك لنسألنّهم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٩٣ – 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عما كانوا يعملون.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فَاصْدَعْ بِمَا تُؤْمَرُ وَأَعْرِضْ عَنِ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فاجهر بما تؤمر به من الدعوة، وأعرض عن المشركين.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كَفَيْنَٰكَ الْمُسْتَهْزِءِينَ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كفيناك المستهزئين فأهلكناهم.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يَجْعَلُونَ مَعَ اللَّهِ إِلَٰهًا ءَاخَرَ فَسَوْفَ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يجعلون مع الله إلهًا آخر، فسوف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الحجر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٩٧ – ٩٩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نَعْلَمُ أَنَّكَ يَضِيقُ صَدْرُكَ بِمَا يَقُولُونَ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نعلم أنك يضيق صدرك بما يقولون.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فَسَبِّحْ بِحَمْدِ رَبِّكَ وَكُن مِّنَ السَّـٰجِدِينَ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فسبّح بحمد ربك، وكن من المصلّين الساجدين.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وَاعْبُدْ رَبَّكَ حَتَّىٰ يَأْتِيَكَ الْيَقِينُ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واعبد ربك حتى يأتيك الموت.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assets14/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14/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14 Tafsir">
  <a:themeElements>
    <a:clrScheme name="Juz 14 Tafsir">
      <a:dk1>
        <a:srgbClr val="2D2328"/>
      </a:dk1>
      <a:lt1>
        <a:srgbClr val="FFFFFF"/>
      </a:lt1>
      <a:dk2>
        <a:srgbClr val="8A3A5C"/>
      </a:dk2>
      <a:lt2>
        <a:srgbClr val="FCF7F9"/>
      </a:lt2>
      <a:accent1>
        <a:srgbClr val="8A3A5C"/>
      </a:accent1>
      <a:accent2>
        <a:srgbClr val="C9A04A"/>
      </a:accent2>
      <a:accent3>
        <a:srgbClr val="A35074"/>
      </a:accent3>
      <a:accent4>
        <a:srgbClr val="6B6066"/>
      </a:accent4>
      <a:accent5>
        <a:srgbClr val="F3E6EC"/>
      </a:accent5>
      <a:accent6>
        <a:srgbClr val="2F6B5E"/>
      </a:accent6>
      <a:hlink>
        <a:srgbClr val="A35074"/>
      </a:hlink>
      <a:folHlink>
        <a:srgbClr val="6B6066"/>
      </a:folHlink>
    </a:clrScheme>
    <a:fontScheme name="Juz 14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ربما — مبسّط من تفسير ابن كثير</dc:title>
  <dc:subject>PptxGenJS Presentation</dc:subject>
  <dc:creator>معلم القرآن الكريم</dc:creator>
  <cp:lastModifiedBy>معلم القرآن الكريم</cp:lastModifiedBy>
  <cp:revision>1</cp:revision>
  <dcterms:created xsi:type="dcterms:W3CDTF">2026-10-03T22:26:23Z</dcterms:created>
  <dcterms:modified xsi:type="dcterms:W3CDTF">2026-10-03T22:26:23Z</dcterms:modified>
</cp:coreProperties>
</file>
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notesMasterIdLst>
    <p:notesMasterId r:id="rId8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493db0a6-e6d7-d64a-7f53-9b8735943b88}">
          <p14:sldIdLst>
            <p14:sldId id="256"/>
            <p14:sldId id="257"/>
            <p14:sldId id="258"/>
          </p14:sldIdLst>
        </p14:section>
        <p14:section name="سورة يس" id="{d6aef7db-460d-08e9-0f63-d22bebd9e34d}">
          <p14:sldIdLst>
            <p14:sldId id="259"/>
            <p14:sldId id="260"/>
            <p14:sldId id="261"/>
            <p14:sldId id="262"/>
            <p14:sldId id="263"/>
            <p14:sldId id="264"/>
            <p14:sldId id="265"/>
            <p14:sldId id="266"/>
            <p14:sldId id="267"/>
          </p14:sldIdLst>
        </p14:section>
        <p14:section name="سورة فاطر" id="{6d0f298a-9fdb-b501-be46-6be8a9e26b1d}">
          <p14:sldIdLst>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سورة سبأ" id="{261b4881-b99a-727f-63d3-31dd5360dcaa}">
          <p14:sldIdLst>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Lst>
        </p14:section>
        <p14:section name="سورة الأحزاب" id="{acb9cf8c-d082-45e6-648e-fcc88610ca14}">
          <p14:sldIdLst>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Lst>
        </p14:section>
        <p14:section name="الخاتمة" id="{d83984ff-4184-6975-ba55-bcc27d0ada26}">
          <p14:sldIdLst>
            <p14:sldId id="33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يس ثم نصعد سورةً سورة حتى نصل إلى سورة الأحزاب،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تمنّى الرجل المؤمن بعد دخوله الجنة؟ اقرأ الآيتين 26–27.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هم أكثر الناس خشيةً لله كما في الآية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تبدّلت جنّتا سبأ؟ اقرأ الآيات 15–17.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عدّد خمسًا من صفات المؤمنين والمؤمنات في الآية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2/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2/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2/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4.xml"/><Relationship Id="rId4"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2/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ومن يقنت</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22/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يس إلى سورة الأحزاب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البنّي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ومن يقنت</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يس صعودًا إلى سورة الأحزاب</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يس</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فاطر</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سبأ</a:t>
            </a:r>
            <a:endParaRPr lang="ar-SA" sz="1500" dirty="0"/>
          </a:p>
        </p:txBody>
      </p:sp>
      <p:sp>
        <p:nvSpPr>
          <p:cNvPr id="10" name="Shape 8"/>
          <p:cNvSpPr/>
          <p:nvPr/>
        </p:nvSpPr>
        <p:spPr>
          <a:xfrm>
            <a:off x="6127852" y="1920240"/>
            <a:ext cx="1298448" cy="530352"/>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6127852"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٤  </a:t>
            </a:r>
            <a:pPr rtl="1" algn="ctr" indent="0" marL="0">
              <a:buNone/>
            </a:pPr>
            <a:r>
              <a:rPr lang="ar-SA" altLang="en-US" sz="1500" b="1" dirty="0">
                <a:solidFill>
                  <a:schemeClr val="tx2"/>
                </a:solidFill>
              </a:rPr>
              <a:t>الأحزاب</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يس</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١ – ٢٧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أبو سعيد الخدري رضي الله عنه: كان بنو سلمة في ناحية المدينة، فأرادوا أن ينتقلوا قرب المسجد، فنزلت: ﴿إنا نحن نحيي الموتى ونكتب ما قدّموا وآثارهم﴾، فقال لهم النبي صلى الله عليه وسلم: «إن آثاركم تُكتب، فلا تنتقلوا» (رواه الترمذي، وأصله في صحيح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ينتهي هذا الجزء عند الآية ٢٧: إثبات رسالة النبي صلى الله عليه وسلم، وأن الله يكتب أعمال الناس وآثارهم، وقصة أصحاب القرية والرجل المؤمن الذي جاء يسعى ينصح قومه.</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وَالْقُرْءَانِ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بالقرآن المحكَم الذي لا خلل فيه.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إِنَّكَ لَمِنَ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إنك يا محمد لمن المرسلين.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على طريق مستقيم وهو الإسلام.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تَنزِيلَ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تنزيل من الله العزيز الرحيم.</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لِتُنذِرَ قَوْمًا مَّآ أُنذِرَ ءَابَآؤُهُمْ فَهُمْ غَٰفِلُونَ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لتنذر قومًا لم يأتِ آباءَهم القريبين نذير، فهم غافلون.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حَقَّ الْقَوْلُ عَلَىٰ أَكْثَرِهِمْ فَهُمْ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وجب العذاب على أكثرهم لعنادهم، فهم لا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60020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جَعَلْنَا فِي أَعْنَٰقِهِمْ أَغْلَٰلًا فَهِيَ إِلَى الْأَذْقَانِ فَهُم مُّقْمَحُونَ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مثَلهم في امتناعهم عن الهدى كمن جُعلت في أعناقهم أغلال إلى أذقانهم، فرؤوسهم مرفوعة لا يستطيعون خفضها.</a:t>
            </a:r>
            <a:endParaRPr lang="ar-SA" sz="3200" dirty="0"/>
          </a:p>
        </p:txBody>
      </p:sp>
      <p:sp>
        <p:nvSpPr>
          <p:cNvPr id="9" name="Shape 7"/>
          <p:cNvSpPr/>
          <p:nvPr/>
        </p:nvSpPr>
        <p:spPr>
          <a:xfrm>
            <a:off x="2103120" y="3122676"/>
            <a:ext cx="8641080" cy="0"/>
          </a:xfrm>
          <a:prstGeom prst="line">
            <a:avLst/>
          </a:prstGeom>
          <a:noFill/>
          <a:ln w="9525">
            <a:solidFill>
              <a:schemeClr val="accent2"/>
            </a:solidFill>
            <a:prstDash val="dash"/>
          </a:ln>
        </p:spPr>
      </p:sp>
      <p:sp>
        <p:nvSpPr>
          <p:cNvPr id="10" name="Shape 8"/>
          <p:cNvSpPr/>
          <p:nvPr/>
        </p:nvSpPr>
        <p:spPr>
          <a:xfrm>
            <a:off x="10927080" y="3383280"/>
            <a:ext cx="548640" cy="548640"/>
          </a:xfrm>
          <a:prstGeom prst="star8">
            <a:avLst/>
          </a:prstGeom>
          <a:solidFill>
            <a:schemeClr val="accent2"/>
          </a:solidFill>
          <a:ln/>
        </p:spPr>
      </p:sp>
      <p:sp>
        <p:nvSpPr>
          <p:cNvPr id="11" name="Shape 9"/>
          <p:cNvSpPr/>
          <p:nvPr/>
        </p:nvSpPr>
        <p:spPr>
          <a:xfrm>
            <a:off x="11036808" y="34930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832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3649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مِن بَيْنِ أَيْدِيهِمْ سَدًّا وَمِنْ خَلْفِهِمْ سَدًّا فَأَغْشَيْنَٰهُمْ فَهُمْ لَا يُبْصِرُونَ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أمامهم حاجزًا وخلفهم حاجزًا، فغطّينا أبصارهم فهم لا يُبصرون الحق.</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وَسَوَآءٌ عَلَيْهِمْ ءَأَنذَرْتَهُمْ أَمْ لَمْ تُنذِرْهُمْ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ويستوي عندهم إنذارك وعدمه، فهم لا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تُنذِرُ مَنِ اتَّبَعَ الذِّكْرَ وَخَشِيَ الرَّحْمَٰنَ بِالْغَيْبِ فَبَشِّرْهُ بِمَغْفِرَةٍ وَأَجْرٍ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ينتفع بإنذارك من اتّبع القرآن، وخاف الرحمن وهو لا يراه، فبشّره بمغفرة وأجر كريم.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نَحْنُ نُحْيِ الْمَوْتَىٰ وَنَكْتُبُ مَا قَدَّمُواْ وَءَاثَٰرَهُمْ وَكُلَّ شَيْءٍ أَحْصَيْنَٰهُ فِي إِمَامٍ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نحن نُحيي الموتى، ونكتب ما عملوا وآثارهم التي تركوها بعدهم، وكل شيء أثبتناه في كتاب واضح وهو اللوح المحفوظ.</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وَاضْرِبْ لَهُم مَّثَلًا أَصْحَٰبَ الْقَرْيَةِ إِذْ جَآءَهَا الْمُرْسَلُونَ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واضرب لهم مثلًا بأهل القرية حين جاءها المرسلون.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أَرْسَلْنَآ إِلَيْهِمُ اثْنَيْنِ فَكَذَّبُوهُمَا فَعَزَّزْنَا بِثَالِثٍ فَقَالُواْ إِنَّآ إِلَيْكُم مُّرْسَلُونَ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أرسلنا إليهم رسولين فكذّبوهما، فقوّيناهما بثالث، فقالوا: إنا إليكم مرسلون.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مَآ أَنتُمْ إِلَّا بَشَرٌ مِّثْلُنَا وَمَآ أَنزَلَ الرَّحْمَٰنُ مِن شَيْءٍ إِنْ أَنتُمْ إِلَّا تَكْذِبُونَ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أهل القرية: ما أنتم إلا بشر مثلنا، وما أنزل الرحمن من شيء، ما أنتم إلا كاذبون.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رَبُّنَا يَعْلَمُ إِنَّآ إِلَيْكُمْ لَمُرْسَلُونَ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الرسل: ربنا يعلم إنا إليكم لمرسلون.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عَلَيْنَآ إِلَّا الْبَلَٰغُ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علينا إلا التبليغ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إِنَّا تَطَيَّرْنَا بِكُمْ لَئِن لَّمْ تَنتَهُواْ لَنَرْجُمَنَّكُمْ وَلَيَمَسَّنَّكُم مِّنَّا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إنا تشاءمنا بكم، لئن لم تتوقّفوا لنقتلنّكم رجمًا بالحجارة، وليُصيبنّكم منا عذاب موجع.</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طَـٰئِرُكُم مَّعَكُمْ أَئِن ذُكِّرْتُم بَلْ أَنتُمْ قَوْمٌ مُّسْرِفُونَ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الرسل: شؤمكم معكم بسبب كفركم، أتتشاءمون لأننا ذكّرناكم؟ بل أنتم قوم متجاوزون الحد.</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 مِنْ أَقْصَا الْمَدِينَةِ رَجُلٌ يَسْعَىٰ قَالَ يَٰقَوْمِ اتَّبِعُواْ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 من أبعد مكان في المدينة رجل يُسرع، قال: يا قوم اتّبعوا المرسلين.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اتَّبِعُواْ مَن لَّا يَسْـَٔلُكُمْ أَجْرًا وَهُم مُّهْتَدُونَ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اتّبعوا من لا يطلبون منكم أجرًا وهم مهتدون.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وَمَالِيَ لَآ أَعْبُدُ الَّذِي فَطَرَنِي وَإِلَيْهِ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لي لا أعبد الله الذي خلقني، وإليه ترجعون؟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ءَأَتَّخِذُ مِن دُونِهِ ءَالِهَةً إِن يُرِدْنِ الرَّحْمَٰنُ بِضُرٍّ لَّا تُغْنِ عَنِّي شَفَٰعَتُهُمْ شَيْـًٔا وَلَا يُنقِذُونِ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أأتخذ من دونه آلهة؟ إن أرادني الرحمن بضرّ لا تنفعني شفاعتهم شيئًا، ولا يُنقذونني.</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إِذًا لَّفِي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إن فعلت ذلك لفي ضلال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يس</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ءَامَنتُ بِرَبِّكُمْ فَاسْمَعُونِ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آمنت بربكم فاسمعوا قولي، فقتلوه.</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قِيلَ ادْخُلِ الْجَنَّةَ قَالَ يَٰلَيْتَ قَوْمِي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قيل له: ادخل الجنة، قال: يا ليت قومي يعلمون.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بِمَا غَفَرَ لِي رَبِّي وَجَعَلَنِي مِنَ الْمُكْرَمِينَ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بمغفرة ربي لي، وأنه جعلني من المكرَمين؛ فقد نصح قومه حيًّا وميتًا.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فاطر</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٤٥</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قدرة الله الخالق في خلق السماوات والأرض والملائكة، وأن الناس فقراء إليه وهو الغني، وأن العلماء هم أشد الناس خشية لله، وأصناف أمة القرآن.</a:t>
            </a:r>
            <a:endParaRPr lang="ar-SA"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الْحَمْدُ لِلَّهِ فَاطِرِ السَّمَٰوَٰتِ وَالْأَرْضِ جَاعِلِ الْمَلَـٰئِكَةِ رُسُلًا أُوْلِي أَجْنِحَةٍ مَّثْنَىٰ وَثُلَٰثَ وَرُبَٰعَ يَزِيدُ فِي الْخَلْقِ مَا يَشَآءُ إِنَّ 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الحمد لله خالق السماوات والأرض على غير مثال سابق، جاعل الملائكة رسلًا أصحاب أجنحة: اثنين وثلاثة وأربعة، يزيد في الخلق ما يشاء، إن الله على كل شيء قدير.</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يَفْتَحِ اللَّهُ لِلنَّاسِ مِن رَّحْمَةٍ فَلَا مُمْسِكَ لَهَا وَمَا يُمْسِكْ فَلَا مُرْسِلَ لَهُ مِن بَعْدِهِ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يفتح الله للناس من رحمة فلا أحد يمنعها، وما يمنع فلا أحد يرسله بعده، وهو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اذْكُرُواْ نِعْمَتَ اللَّهِ عَلَيْكُمْ هَلْ مِنْ خَٰلِقٍ غَيْرُ اللَّهِ يَرْزُقُكُم مِّنَ السَّمَآءِ وَالْأَرْضِ لَآ إِلَٰهَ إِلَّا هُوَ فَأَنَّىٰ تُؤْفَكُونَ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اذكروا نعمة الله عليكم، هل من خالق غير الله يرزقكم من السماء والأرض؟ لا معبود بحق إلا هو، فكيف تُصرفون عن عبادته؟</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يُكَذِّبُوكَ فَقَدْ كُذِّبَتْ رُسُلٌ مِّن قَبْلِكَ وَإِلَى اللَّهِ تُرْجَعُ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يكذّبوك فقد كُذّبت رسل قبلك، وإلى الله ترجع الأمور.</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إِنَّ وَعْدَ اللَّهِ حَقٌّ فَلَا تَغُرَّنَّكُمُ الْحَيَوٰةُ الدُّنْيَا وَلَا يَغُرَّنَّكُم بِاللَّهِ الْغَرُورُ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إن وعد الله بالبعث حق، فلا تخدعنّكم الحياة الدنيا، ولا يخدعنّكم الشيطان.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الشَّيْطَٰنَ لَكُمْ عَدُوٌّ فَاتَّخِذُوهُ عَدُوًّا إِنَّمَا يَدْعُواْ حِزْبَهُ لِيَكُونُواْ مِنْ أَصْحَٰبِ السَّعِيرِ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الشيطان لكم عدو فعادوه، إنما يدعو أتباعه ليكونوا من أهل النار.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كَفَرُواْ لَهُمْ عَذَابٌ شَدِيدٌ وَالَّذِينَ ءَامَنُواْ وَعَمِلُواْ الصَّـٰلِحَٰتِ لَهُم مَّغْفِرَةٌ وَأَجْرٌ 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الكفار لهم عذاب شديد، والمؤمنون الصالحون لهم مغفرة وأجر كبير.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زُيِّنَ لَهُ سُوءُ عَمَلِهِ فَرَءَاهُ حَسَنًا فَإِنَّ اللَّهَ يُضِلُّ مَن يَشَآءُ وَيَهْدِي مَن يَشَآءُ فَلَا تَذْهَبْ نَفْسُكَ عَلَيْهِمْ حَسَرَٰتٍ إِنَّ اللَّهَ عَلِيمٌ بِمَا يَصْنَعُونَ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زيّن له الشيطان عمله السيئ فرآه حسنًا، كمن هداه الله؟ فإن الله يُضل من يشاء ويهدي من يشاء، فلا تُهلك نفسك حزنًا عليهم، إن الله عليم بما يصنعون.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الَّذِي أَرْسَلَ الرِّيَٰحَ فَتُثِيرُ سَحَابًا فَسُقْنَٰهُ إِلَىٰ بَلَدٍ مَّيِّتٍ فَأَحْيَيْنَا بِهِ الْأَرْضَ بَعْدَ مَوْتِهَا كَذَٰلِكَ النُّشُورُ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الذي أرسل الرياح فتحرّك سحابًا، فسقناه إلى أرض يابسة، فأحيينا به الأرض بعد موتها، كذلك يكون البعث.</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كَانَ يُرِيدُ الْعِزَّةَ فَلِلَّهِ الْعِزَّةُ جَمِيعًا إِلَيْهِ يَصْعَدُ الْكَلِمُ الطَّيِّبُ وَالْعَمَلُ الصَّـٰلِحُ يَرْفَعُهُ وَالَّذِينَ يَمْكُرُونَ السَّيِّـَٔاتِ لَهُمْ عَذَابٌ شَدِيدٌ وَمَكْرُ أُوْلَـٰئِكَ هُوَ يَبُورُ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كان يريد العزة فليطلبها من الله، فالعزة كلها لله، إليه يصعد الكلام الطيب كالذكر، والعمل الصالح يرفعه، والذين يمكرون السيئات لهم عذاب شديد، ومكرهم يفسد ويبطل.</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خَلَقَكُم مِّن تُرَابٍ ثُمَّ مِن نُّطْفَةٍ ثُمَّ جَعَلَكُمْ أَزْوَٰجًا وَمَا تَحْمِلُ مِنْ أُنثَىٰ وَلَا تَضَعُ إِلَّا بِعِلْمِهِ وَمَا يُعَمَّرُ مِن مُّعَمَّرٍ وَلَا يُنقَصُ مِنْ عُمُرِهِ إِلَّا فِي كِتَٰبٍ إِنَّ ذَٰلِكَ عَلَى اللَّهِ يَسِيرٌ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خلقكم من تراب، ثم من نطفة، ثم جعلكم ذكورًا وإناثًا، وما تحمل أنثى ولا تلد إلا بعلمه، وما يطول عمر أحد ولا ينقص إلا وهو مكتوب في كتاب، إن ذلك على الله سهل.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يَسْتَوِي الْبَحْرَانِ هَٰذَا عَذْبٌ فُرَاتٌ سَآئِغٌ شَرَابُهُ وَهَٰذَا مِلْحٌ أُجَاجٌ وَمِن كُلٍّ تَأْكُلُونَ لَحْمًا طَرِيًّا وَتَسْتَخْرِجُونَ حِلْيَةً تَلْبَسُونَهَا وَتَرَى الْفُلْكَ فِيهِ مَوَاخِرَ لِتَبْتَغُواْ مِن فَضْلِهِ وَلَعَلَّكُمْ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يستوي البحران: هذا عذب حلو سهل الشرب، وهذا ملح شديد الملوحة، ومن كلٍّ تأكلون سمكًا طريًّا، وتستخرجون اللؤلؤ والمرجان تلبسونه، وترى السفن تشقّ الماء، لتطلبوا من رزقه، ولعلكم تشكرون.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يُولِجُ الَّيْلَ فِي النَّهَارِ وَيُولِجُ النَّهَارَ فِي الَّيْلِ وَسَخَّرَ الشَّمْسَ وَالْقَمَرَ كُلٌّ يَجْرِي لِأَجَلٍ مُّسَمًّى ذَٰلِكُمُ اللَّهُ رَبُّكُمْ لَهُ الْمُلْكُ وَالَّذِينَ تَدْعُونَ مِن دُونِهِ مَا يَمْلِكُونَ مِن قِطْمِيرٍ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يُدخل الليل في النهار، والنهار في الليل، وذلّل الشمس والقمر، كلٌّ يجري إلى وقت محدد، ذلكم الله ربكم له الملك، والذين تعبدون من دونه لا يملكون ولو قشرة نواة التمر.</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تَدْعُوهُمْ لَا يَسْمَعُواْ دُعَآءَكُمْ وَلَوْ سَمِعُواْ مَا اسْتَجَابُواْ لَكُمْ وَيَوْمَ الْقِيَٰمَةِ يَكْفُرُونَ بِشِرْكِكُمْ وَلَا يُنَبِّئُكَ مِثْلُ 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تدعوهم لا يسمعوا دعاءكم، ولو سمعوا ما استجابوا لكم، ويوم القيامة يتبرّؤون من شرككم، ولا يُخبرك أحد مثل الله الخبير.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أَنتُمُ الْفُقَرَآءُ إِلَى اللَّهِ وَاللَّهُ هُوَ الْغَنِيُّ الْحَمِيدُ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أنتم المحتاجون إلى الله في كل شيء، والله هو الغني المحمود.</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يَشَأْ يُذْهِبْكُمْ وَيَأْتِ بِخَلْقٍ جَدِيدٍ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يشأ يُهلككم ويأتِ بخلق جديد غيركم.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ذَٰلِكَ عَلَى اللَّهِ بِعَزِيزٍ</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ذلك على الله بصعب.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تَزِرُ وَازِرَةٌ وِزْرَ أُخْرَىٰ وَإِن تَدْعُ مُثْقَلَةٌ إِلَىٰ حِمْلِهَا لَا يُحْمَلْ مِنْهُ شَيْءٌ وَلَوْ كَانَ ذَا قُرْبَىٰ إِنَّمَا تُنذِرُ الَّذِينَ يَخْشَوْنَ رَبَّهُم بِالْغَيْبِ وَأَقَامُواْ الصَّلَوٰةَ وَمَن تَزَكَّىٰ فَإِنَّمَا يَتَزَكَّىٰ لِنَفْسِهِ وَإِلَى اللَّهِ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تحمل نفس ذنب غيرها، وإن تطلب نفس مثقلة بالذنوب من يحمل عنها لم يحمل عنها أحد ولو كان قريبًا، إنما ينتفع بإنذارك الذين يخشون ربهم في السرّ وأقاموا الصلاة، ومن تطهّر فنفعه لنفسه، وإلى الله المرجع.</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يَسْتَوِي الْأَعْمَىٰ وَالْبَصِيرُ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يستوي الأعمى عن الحق وهو الكافر، والبصير وهو المؤمن.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الظُّلُمَٰتُ وَلَا النُّورُ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يستوي ظلمات الكفر ونور الإيمان.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الظِّلُّ وَلَا الْحَرُورُ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يستوي الظلّ والحرّ الشديد، كما لا تستوي الجنة والنار.</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يَسْتَوِي الْأَحْيَآءُ وَلَا الْأَمْوَٰتُ إِنَّ اللَّهَ يُسْمِعُ مَن يَشَآءُ وَمَآ أَنتَ بِمُسْمِعٍ مَّن فِي الْقُبُورِ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يستوي الأحياء وهم المؤمنون، والأموات وهم الكفار، إن الله يُسمع من يشاء، وما أنت بمُسمِع الكفار الذين هم كالموتى في القبور.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أَنتَ إِلَّا نَذِيرٌ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أنت إلا منذر.</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أَرْسَلْنَٰكَ بِالْحَقِّ بَشِيرًا وَنَذِيرًا وَإِن مِّنْ أُمَّةٍ إِلَّا خَلَا فِيهَا نَذِيرٌ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أرسلناك بالحق مبشّرًا ومنذرًا، وما من أمة إلا مضى فيها نذير.</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يُكَذِّبُوكَ فَقَدْ كَذَّبَ الَّذِينَ مِن قَبْلِهِمْ جَآءَتْهُمْ رُسُلُهُم بِالْبَيِّنَٰتِ وَبِالزُّبُرِ وَبِالْكِتَٰبِ الْمُنِيرِ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يكذّبوك فقد كذّب الذين من قبلهم، جاءتهم رسلهم بالمعجزات والكتب والكتاب المضيء.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أَخَذْتُ الَّذِينَ كَفَرُواْ فَكَيْفَ كَانَ نَكِيرِ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أهلكت الكافرين، فكيف كان إنكاري عليهم؟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أَنَّ اللَّهَ أَنزَلَ مِنَ السَّمَآءِ مَآءً فَأَخْرَجْنَا بِهِ ثَمَرَٰتٍ مُّخْتَلِفًا أَلْوَٰنُهَا وَمِنَ الْجِبَالِ جُدَدٌ بِيضٌ وَحُمْرٌ مُّخْتَلِفٌ أَلْوَٰنُهَا وَغَرَابِيبُ سُودٌ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أن الله أنزل من السماء مطرًا فأخرجنا به ثمرات مختلفة الألوان، ومن الجبال طرق وخطوط بيض وحمر مختلفة الألوان، وسود شديدة السواد؟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النَّاسِ وَالدَّوَآبِّ وَالْأَنْعَٰمِ مُخْتَلِفٌ أَلْوَٰنُهُ كَذَٰلِكَ إِنَّمَا يَخْشَى اللَّهَ مِنْ عِبَادِهِ الْعُلَمَـٰؤُاْ إِنَّ اللَّهَ عَزِيزٌ غَفُورٌ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الناس والدواب والأنعام كذلك مختلف ألوانه، إنما يخشى الله حقّ خشيته العلماء الذين عرفوا عظمته، إن الله عزيز غفور.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يَتْلُونَ كِتَٰبَ اللَّهِ وَأَقَامُواْ الصَّلَوٰةَ وَأَنفَقُواْ مِمَّا رَزَقْنَٰهُمْ سِرًّا وَعَلَانِيَةً يَرْجُونَ تِجَٰرَةً لَّن تَبُورَ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يقرؤون القرآن ويعملون به، وأقاموا الصلاة، وأنفقوا مما رزقناهم سرًّا وعلانية، يرجون تجارة لن تخسر.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لِيُوَفِّيَهُمْ أُجُورَهُمْ وَيَزِيدَهُم مِّن فَضْلِهِ إِنَّهُ غَفُورٌ شَكُورٌ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ليُوفّيهم أجورهم، ويزيدهم من فضله، إنه غفور شكور.</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 أَوْحَيْنَآ إِلَيْكَ مِنَ الْكِتَٰبِ هُوَ الْحَقُّ مُصَدِّقًا لِّمَا بَيْنَ يَدَيْهِ إِنَّ اللَّهَ بِعِبَادِهِ لَخَبِيرٌ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 أوحينا إليك من القرآن هو الحق، مصدّقًا للكتب قبله، إن الله بعباده لخبير بصير.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أَوْرَثْنَا الْكِتَٰبَ الَّذِينَ اصْطَفَيْنَا مِنْ عِبَادِنَا فَمِنْهُمْ ظَالِمٌ لِّنَفْسِهِ وَمِنْهُم مُّقْتَصِدٌ وَمِنْهُمْ سَابِقٌ بِالْخَيْرَٰتِ بِإِذْنِ اللَّهِ ذَٰلِكَ هُوَ الْفَضْلُ الْكَبِيرُ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أعطينا القرآن الذين اخترناهم من عبادنا وهم هذه الأمة: فمنهم ظالم لنفسه بالمعاصي، ومنهم متوسّط يؤدي الواجبات، ومنهم سابق بالخيرات بإذن الله، ذلك هو الفضل الكبير.</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جَنَّـٰتُ عَدْنٍ يَدْخُلُونَهَا يُحَلَّوْنَ فِيهَا مِنْ أَسَاوِرَ مِن ذَهَبٍ وَلُؤْلُؤًا وَلِبَاسُهُمْ فِيهَا حَرِيرٌ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جنات إقامة يدخلونها، يُزيَّنون فيها بأساور من ذهب ولؤلؤ، ولباسهم فيها حرير.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الْحَمْدُ لِلَّهِ الَّذِي أَذْهَبَ عَنَّا الْحَزَنَ إِنَّ رَبَّنَا لَغَفُورٌ شَكُورٌ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الحمد لله الذي أذهب عنا الحزن، إن ربنا لغفور شكور.</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أَحَلَّنَا دَارَ الْمُقَامَةِ مِن فَضْلِهِ لَا يَمَسُّنَا فِيهَا نَصَبٌ وَلَا يَمَسُّنَا فِيهَا لُغُوبٌ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أنزلنا دار الإقامة من فضله، لا يصيبنا فيها تعب ولا إعياء.</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كَفَرُواْ لَهُمْ نَارُ جَهَنَّمَ لَا يُقْضَىٰ عَلَيْهِمْ فَيَمُوتُواْ وَلَا يُخَفَّفُ عَنْهُم مِّنْ عَذَابِهَا كَذَٰلِكَ نَجْزِي كُلَّ كَفُورٍ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والكفار لهم نار جهنم، لا يُقضى عليهم بالموت فيستريحوا، ولا يُخفَّف عنهم من عذابها، كذلك نجزي كل كفور.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وَهُمْ يَصْطَرِخُونَ فِيهَا رَبَّنَآ أَخْرِجْنَا نَعْمَلْ صَٰلِحًا غَيْرَ الَّذِي كُنَّا نَعْمَلُ أَوَلَمْ نُعَمِّرْكُم مَّا يَتَذَكَّرُ فِيهِ مَن تَذَكَّرَ وَجَآءَكُمُ النَّذِيرُ فَذُوقُواْ فَمَا لِلظَّـٰلِمِينَ مِن نَّصِيرٍ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وهم يصرخون فيها: ربنا أخرجنا نعمل صالحًا غير الذي كنا نعمل، فيُقال: أولم نُطِل أعماركم بما يكفي لمن أراد التذكّر، وجاءكم النذير؟ فذوقوا، فما للظالمين من نصير.</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عَٰلِمُ غَيْبِ السَّمَٰوَٰتِ وَالْأَرْضِ إِنَّهُ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عالم غيب السماوات والأرض، إنه عليم بما في الصدور.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جَعَلَكُمْ خَلَـٰئِفَ فِي الْأَرْضِ فَمَن كَفَرَ فَعَلَيْهِ كُفْرُهُ وَلَا يَزِيدُ الْكَٰفِرِينَ كُفْرُهُمْ عِندَ رَبِّهِمْ إِلَّا مَقْتًا وَلَا يَزِيدُ الْكَٰفِرِينَ كُفْرُهُمْ إِلَّا خَسَارًا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جعلكم يخلف بعضكم بعضًا في الأرض، فمن كفر فعليه ضرر كفره، ولا يزيد الكافرين كفرهم عند ربهم إلا بغضًا، ولا يزيدهم إلا خسارة.</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شُرَكَآءَكُمُ الَّذِينَ تَدْعُونَ مِن دُونِ اللَّهِ أَرُونِي مَاذَا خَلَقُواْ مِنَ الْأَرْضِ أَمْ لَهُمْ شِرْكٌ فِي السَّمَٰوَٰتِ أَمْ ءَاتَيْنَٰهُمْ كِتَٰبًا فَهُمْ عَلَىٰ بَيِّنَتٍ مِّنْهُ بَلْ إِن يَعِدُ الظَّـٰلِمُونَ بَعْضُهُم بَعْضًا إِلَّا غُرُورًا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عن آلهتكم التي تعبدون من دون الله، أروني ماذا خلقوا من الأرض؟ أم لهم شركة في السماوات؟ أم أعطيناهم كتابًا فيه حجة لهم؟ بل ما يعد الظالمون بعضهم بعضًا إلا خداعًا.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يُمْسِكُ السَّمَٰوَٰتِ وَالْأَرْضَ أَن تَزُولَا وَلَئِن زَالَتَآ إِنْ أَمْسَكَهُمَا مِنْ أَحَدٍ مِّن بَعْدِهِ إِنَّهُ كَانَ حَلِيمًا غَفُورًا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يُمسك السماوات والأرض أن تزولا، ولئن زالتا ما أمسكهما أحد بعده، إنه كان حليمًا غفورًا.</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وَأَقْسَمُواْ بِاللَّهِ جَهْدَ أَيْمَٰنِهِمْ لَئِن جَآءَهُمْ نَذِيرٌ لَّيَكُونُنَّ أَهْدَىٰ مِنْ إِحْدَى الْأُمَمِ فَلَمَّا جَآءَهُمْ نَذِيرٌ مَّا زَادَهُمْ إِلَّا نُفُورًا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المشركون بالله أشد أيمانهم: لئن جاءهم رسول ليكوننّ أهدى من اليهود والنصارى، فلما جاءهم محمد صلى الله عليه وسلم ما زادهم إلا نفورًا.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اسْتِكْبَارًا فِي الْأَرْضِ وَمَكْرَ السَّيِّيِٕ وَلَا يَحِيقُ الْمَكْرُ السَّيِّئُ إِلَّا بِأَهْلِهِ فَهَلْ يَنظُرُونَ إِلَّا سُنَّتَ الْأَوَّلِينَ فَلَن تَجِدَ لِسُنَّتِ اللَّهِ تَبْدِيلًا وَلَن تَجِدَ لِسُنَّتِ اللَّهِ تَحْوِيلًا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تكبّرًا في الأرض، ومكرًا سيئًا، ولا يقع المكر السيئ إلا على أهله، فهل ينتظرون إلا سنة الله في إهلاك الأمم المكذّبة؟ فلن تجد لسنة الله تبديلًا ولا تحويلًا.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فاطر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يَسِيرُواْ فِي الْأَرْضِ فَيَنظُرُواْ كَيْفَ كَانَ عَٰقِبَةُ الَّذِينَ مِن قَبْلِهِمْ وَكَانُواْ أَشَدَّ مِنْهُمْ قُوَّةً وَمَا كَانَ اللَّهُ لِيُعْجِزَهُ مِن شَيْءٍ فِي السَّمَٰوَٰتِ وَلَا فِي الْأَرْضِ إِنَّهُ كَانَ عَلِيمًا قَدِيرًا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يسيروا في الأرض فينظروا كيف كانت عاقبة من قبلهم، وكانوا أشد منهم قوة؟ وما كان الله ليعجزه شيء في السماوات ولا في الأرض، إنه كان عليمًا قديرًا.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يُؤَاخِذُ اللَّهُ النَّاسَ بِمَا كَسَبُواْ مَا تَرَكَ عَلَىٰ ظَهْرِهَا مِن دَآبَّةٍ وَلَٰكِن يُؤَخِّرُهُمْ إِلَىٰ أَجَلٍ مُّسَمًّى فَإِذَا جَآءَ أَجَلُهُمْ فَإِنَّ اللَّهَ كَانَ بِعِبَادِهِ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يؤاخذ الله الناس بذنوبهم ما ترك على الأرض من دابة، ولكن يؤخّرهم إلى أجل محدد، فإذا جاء أجلهم فإن الله كان بعباده بصيرًا.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سبأ</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٥٤</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٣٤</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فروة بن مُسيك رضي الله عنه: لما أُنزل في سبأ ما أُنزل، قال رجل: يا رسول الله، وما سبأ؟ أرض أم امرأة؟ قال: «ليس بأرض ولا امرأة، ولكنه رجل وَلَد عشرة من العرب، فتيامن منهم ستة، وتشاءم منهم أربعة» (رواه الترمذي وأحمد).</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البعث وعلم الله المحيط، ونعم الله على داود وسليمان وشكرهما، وقصة قوم سبأ الذين كفروا النعمة فزالت، وأن المال والأولاد لا يقرّبان إلى الله إلا مع الإيمان والعمل الصالح.</a:t>
            </a:r>
            <a:endParaRPr lang="ar-SA"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الْحَمْدُ لِلَّهِ الَّذِي لَهُ مَا فِي السَّمَٰوَٰتِ وَمَا فِي الْأَرْضِ وَلَهُ الْحَمْدُ فِي الْأخِرَةِ وَهُوَ الْحَكِيمُ الْخَبِيرُ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الحمد لله الذي له ما في السماوات وما في الأرض، وله الحمد في الآخرة، وهو الحكيم الخبير.</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يَعْلَمُ مَا يَلِجُ فِي الْأَرْضِ وَمَا يَخْرُجُ مِنْهَا وَمَا يَنزِلُ مِنَ السَّمَآءِ وَمَا يَعْرُجُ فِيهَا وَهُوَ الرَّحِيمُ الْغَفُورُ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يعلم ما يدخل في الأرض من مطر وبذور، وما يخرج منها من نبات، وما ينزل من السماء، وما يصعد فيها من الأعمال والملائكة، وهو الرحيم الغفور.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لَا تَأْتِينَا السَّاعَةُ قُلْ بَلَىٰ وَرَبِّي لَتَأْتِيَنَّكُمْ عَٰلِمِ الْغَيْبِ لَا يَعْزُبُ عَنْهُ مِثْقَالُ ذَرَّةٍ فِي السَّمَٰوَٰتِ وَلَا فِي الْأَرْضِ وَلَآ أَصْغَرُ مِن ذَٰلِكَ وَلَآ أَكْبَرُ إِلَّا فِي كِتَٰبٍ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لا تأتينا القيامة، قل: بلى وربي لتأتينّكم، هو عالم الغيب، لا يغيب عنه وزن ذرة في السماوات ولا في الأرض، ولا أصغر من ذلك ولا أكبر، إلا وهو في كتاب واضح.</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لِّيَجْزِيَ الَّذِينَ ءَامَنُواْ وَعَمِلُواْ الصَّـٰلِحَٰتِ أُوْلَـٰئِكَ لَهُم مَّغْفِرَةٌ وَرِزْقٌ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ليجزي المؤمنين الصالحين، أولئك لهم مغفرة ورزق كريم في الجنة.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سَعَوْ فِي ءَايَٰتِنَا مُعَٰجِزِينَ أُوْلَـٰئِكَ لَهُمْ عَذَابٌ مِّن رِّجْزٍ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سعوا في إبطال آياتنا ظانّين أنهم يُعجزوننا، أولئك لهم عذاب من أسوأ العذاب وأوجعه.</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وَيَرَى الَّذِينَ أُوتُواْ الْعِلْمَ الَّذِي أُنزِلَ إِلَيْكَ مِن رَّبِّكَ هُوَ الْحَقَّ وَيَهْدِي إِلَىٰ صِرَٰطِ الْعَزِيزِ الْحَمِيدِ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ويعلم أهل العلم أن القرآن المنزَّل إليك من ربك هو الحق، ويهدي إلى طريق الله العزيز الحميد.</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هَلْ نَدُلُّكُمْ عَلَىٰ رَجُلٍ يُنَبِّئُكُمْ إِذَا مُزِّقْتُمْ كُلَّ مُمَزَّقٍ إِنَّكُمْ لَفِي خَلْقٍ جَدِيدٍ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ساخرين: هل ندلّكم على رجل يخبركم أنكم إذا تفرّقت أجسادكم كل تفرّق ستُخلقون من جديد؟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أَفْتَرَىٰ عَلَى اللَّهِ كَذِبًا أَم بِهِ جِنَّةٌ بَلِ الَّذِينَ لَا يُؤْمِنُونَ بِالْأخِرَةِ فِي الْعَذَابِ وَالضَّلَٰلِ الْبَعِيدِ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أكذب على الله أم به جنون؟ بل الذين لا يؤمنون بالآخرة في العذاب والضلال البعيد.</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أَفَلَمْ يَرَوْاْ إِلَىٰ مَا بَيْنَ أَيْدِيهِمْ وَمَا خَلْفَهُم مِّنَ السَّمَآءِ وَالْأَرْضِ إِن نَّشَأْ نَخْسِفْ بِهِمُ الْأَرْضَ أَوْ نُسْقِطْ عَلَيْهِمْ كِسَفًا مِّنَ السَّمَآءِ إِنَّ فِي ذَٰلِكَ لَأيَةً لِّكُلِّ عَبْدٍ مُّنِيبٍ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أفلم ينظروا إلى ما أمامهم وما خلفهم من السماء والأرض؟ إن نشأ نخسف بهم الأرض، أو نُسقط عليهم قطعًا من السماء، إن في ذلك لدليلًا لكل عبد راجع إلى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دَاوُدَ مِنَّا فَضْلًا يَٰجِبَالُ أَوِّبِي مَعَهُ وَالطَّيْرَ وَأَلَنَّا لَهُ الْحَدِيدَ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آتينا داود منا فضلًا، وقلنا: يا جبال سبّحي معه، والطير كذلك، وليّنّا له الحديد.</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اعْمَلْ سَٰبِغَٰتٍ وَقَدِّرْ فِي السَّرْدِ وَاعْمَلُواْ صَٰلِحًا إِنِّي بِمَا تَعْمَلُونَ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 اصنع دروعًا واسعة كاملة، وأحكِم نسج حلقاتها، واعملوا صالحًا، إني بما تعملون بصير.</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وَلِسُلَيْمَٰنَ الرِّيحَ غُدُوُّهَا شَهْرٌ وَرَوَاحُهَا شَهْرٌ وَأَسَلْنَا لَهُ عَيْنَ الْقِطْرِ وَمِنَ الْجِنِّ مَن يَعْمَلُ بَيْنَ يَدَيْهِ بِإِذْنِ رَبِّهِ وَمَن يَزِغْ مِنْهُمْ عَنْ أَمْرِنَا نُذِقْهُ مِنْ عَذَابِ السَّعِيرِ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وسخّرنا لسليمان الريح، تسير في الصباح مسيرة شهر وفي المساء مسيرة شهر، وأسلنا له النحاس كالماء، ومن الجن من يعمل أمامه بإذن ربه، ومن يخالف منهم أمرنا نُذقه من عذاب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يَعْمَلُونَ لَهُ مَا يَشَآءُ مِن مَّحَٰرِيبَ وَتَمَٰثِيلَ وَجِفَانٍ كَالْجَوَابِ وَقُدُورٍ رَّاسِيَٰتٍ اعْمَلُواْ ءَالَ دَاوُدَ شُكْرًا وَقَلِيلٌ مِّنْ عِبَادِيَ الشَّكُورُ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يعملون له ما يشاء من مساجد وقصور، وتماثيل، وصحاف كبيرة كالأحواض، وقدور ثابتة لا تتحرّك لعظمها، اعملوا يا آل داود شكرًا لله، وقليل من عبادي الشكور.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قَضَيْنَا عَلَيْهِ الْمَوْتَ مَا دَلَّهُمْ عَلَىٰ مَوْتِهِ إِلَّا دَآبَّةُ الْأَرْضِ تَأْكُلُ مِنسَأَتَهُ فَلَمَّا خَرَّ تَبَيَّنَتِ الْجِنُّ أَن لَّوْ كَانُواْ يَعْلَمُونَ الْغَيْبَ مَا لَبِثُواْ فِي الْعَذَابِ الْمُهِينِ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حكمنا على سليمان بالموت ما دلّ الجن على موته إلا الأَرَضة تأكل عصاه، فلما سقط تبيّن للجن أنهم لو كانوا يعلمون الغيب ما بقوا في العمل الشاقّ المُذلّ.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كَانَ لِسَبَإٍ فِي مَسْكَنِهِمْ ءَايَةٌ جَنَّتَانِ عَن يَمِينٍ وَشِمَالٍ كُلُواْ مِن رِّزْقِ رَبِّكُمْ وَاشْكُرُواْ لَهُ بَلْدَةٌ طَيِّبَةٌ وَرَبٌّ غَفُورٌ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كان لقبيلة سبأ في مساكنهم باليمن آية: بستانان عن اليمين والشمال، قيل لهم: كلوا من رزق ربكم واشكروا له، بلدة طيبة وربّ غفور.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فَأَعْرَضُواْ فَأَرْسَلْنَا عَلَيْهِمْ سَيْلَ الْعَرِمِ وَبَدَّلْنَٰهُم بِجَنَّتَيْهِمْ جَنَّتَيْنِ ذَوَاتَيْ أُكُلٍ خَمْطٍ وَأَثْلٍ وَشَيْءٍ مِّن سِدْرٍ قَلِيلٍ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فأعرضوا عن الشكر، فأرسلنا عليهم السيل الشديد الذي هدم السدّ، وبدّلناهم ببستانيهم بستانين ذوي ثمر مرّ، وشجر لا ثمر له، وقليل من شجر السدر.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جَزَيْنَٰهُم بِمَا كَفَرُواْ وَهَلْ نُجَٰزِي إِلَّا الْكَفُورَ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جزيناهم بكفرهم النعمة، وهل نُعاقب هذا العقاب إلا الجحود؟</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بَيْنَهُمْ وَبَيْنَ الْقُرَى الَّتِي بَٰرَكْنَا فِيهَا قُرًى ظَٰهِرَةً وَقَدَّرْنَا فِيهَا السَّيْرَ سِيرُواْ فِيهَا لَيَالِيَ وَأَيَّامًا ءَامِنِينَ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بينهم وبين القرى المباركة في الشام قرى متصلة ظاهرة، وجعلنا السير بينها بمقادير، وقلنا: سيروا فيها ليالي وأيامًا آمنين.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فَقَالُواْ رَبَّنَا بَٰعِدْ بَيْنَ أَسْفَارِنَا وَظَلَمُواْ أَنفُسَهُمْ فَجَعَلْنَٰهُمْ أَحَادِيثَ وَمَزَّقْنَٰهُمْ كُلَّ مُمَزَّقٍ إِنَّ فِي ذَٰلِكَ لَأيَٰتٍ لِّكُلِّ صَبَّارٍ شَكُورٍ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فقالوا بطرًا: ربنا باعِد بين أسفارنا، وظلموا أنفسهم، فجعلناهم أخبارًا يُتحدَّث بها، وفرّقناهم في البلاد كل تفريق، إن في ذلك لعبرًا لكل صبّار شكور.</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صَدَّقَ عَلَيْهِمْ إِبْلِيسُ ظَنَّهُ فَاتَّبَعُوهُ إِلَّا فَرِيقًا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حقّق إبليس عليهم ظنّه أنه سيُغويهم، فاتّبعوه إلا فريقًا من 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لَهُ عَلَيْهِم مِّن سُلْطَٰنٍ إِلَّا لِنَعْلَمَ مَن يُؤْمِنُ بِالْأخِرَةِ مِمَّنْ هُوَ مِنْهَا فِي شَكٍّ وَرَبُّكَ عَلَىٰ كُلِّ شَيْءٍ حَفِيظٌ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لإبليس عليهم من سلطة يُجبرهم بها، إلا لنعلم علم ظهور من يؤمن بالآخرة ممن هو في شك منها، وربك على كل شيء حفيظ.</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ادْعُواْ الَّذِينَ زَعَمْتُم مِّن دُونِ اللَّهِ لَا يَمْلِكُونَ مِثْقَالَ ذَرَّةٍ فِي السَّمَٰوَٰتِ وَلَا فِي الْأَرْضِ وَمَا لَهُمْ فِيهِمَا مِن شِرْكٍ وَمَا لَهُ مِنْهُم مِّن ظَهِيرٍ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للمشركين: ادعوا الذين زعمتم أنهم آلهة من دون الله، لا يملكون وزن ذرة في السماوات ولا في الأرض، وما لهم فيهما من شركة، وما لله منهم من 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تَنفَعُ الشَّفَٰعَةُ عِندَهُ إِلَّا لِمَنْ أَذِنَ لَهُ حَتَّىٰ إِذَا فُزِّعَ عَن قُلُوبِهِمْ قَالُواْ مَاذَا قَالَ رَبُّكُمْ قَالُواْ الْحَقَّ وَهُوَ الْعَلِيُّ الْكَبِيرُ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تنفع الشفاعة عند الله إلا لمن أذن له، حتى إذا زال الفزع عن قلوب الملائكة قالوا: ماذا قال ربكم؟ قالوا: قال الحق، وهو العليّ الكبير.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مَن يَرْزُقُكُم مِّنَ السَّمَٰوَٰتِ وَالْأَرْضِ قُلِ اللَّهُ وَإِنَّآ أَوْ إِيَّاكُمْ لَعَلَىٰ هُدًى أَوْ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من يرزقكم من السماوات والأرض؟ قل: الله، وإن أحد الفريقين منا ومنكم لعلى هدى أو في ضلال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لَّا تُسْـَٔلُونَ عَمَّآ أَجْرَمْنَا وَلَا نُسْـَٔلُ عَمَّا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لا تُسألون عن ذنوبنا، ولا نُسأل عما تعملون.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يَجْمَعُ بَيْنَنَا رَبُّنَا ثُمَّ يَفْتَحُ بَيْنَنَا بِالْحَقِّ وَهُوَ الْفَتَّاحُ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يجمع بيننا ربنا يوم القيامة، ثم يحكم بيننا بالعدل، وهو الحاكم العليم.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أَرُونِيَ الَّذِينَ أَلْحَقْتُم بِهِ شُرَكَآءَ كَلَّا بَلْ هُوَ اللَّهُ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أروني الذين جعلتموهم شركاء لله، كلا، بل هو الله العزيز الحكيم وحده.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أَرْسَلْنَٰكَ إِلَّا كَآفَّةً لِّلنَّاسِ بَشِيرًا وَنَذِيرًا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أرسلناك إلا للناس جميعًا مبشّرًا ومنذرًا، ولكن أكثر الناس لا يعلمون.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ويقولون: متى هذا الوعد بالقيامة إن كنتم صادقين؟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لَّكُم مِّيعَادُ يَوْمٍ لَّا تَسْتَـْٔخِرُونَ عَنْهُ سَاعَةً وَلَا تَسْتَقْدِمُونَ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لكم موعد يوم لا تتأخّرون عنه ساعة ولا تتقدّمون.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كَفَرُواْ لَن نُّؤْمِنَ بِهَٰذَا الْقُرْءَانِ وَلَا بِالَّذِي بَيْنَ يَدَيْهِ وَلَوْ تَرَىٰ إِذِ الظَّـٰلِمُونَ مَوْقُوفُونَ عِندَ رَبِّهِمْ يَرْجِعُ بَعْضُهُمْ إِلَىٰ بَعْضٍ الْقَوْلَ يَقُولُ الَّذِينَ اسْتُضْعِفُواْ لِلَّذِينَ اسْتَكْبَرُواْ لَوْلَآ أَنتُمْ لَكُنَّا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الكفار: لن نؤمن بهذا القرآن ولا بالكتب قبله، ولو ترى إذ الظالمون موقوفون عند ربهم يردّ بعضهم على بعض الكلام، يقول الضعفاء للمتكبرين: لولا أنتم لكنا مؤمنين.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الَّذِينَ اسْتَكْبَرُواْ لِلَّذِينَ اسْتُضْعِفُواْ أَنَحْنُ صَدَدْنَٰكُمْ عَنِ الْهُدَىٰ بَعْدَ إِذْ جَآءَكُم بَلْ كُنتُم 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المتكبرون للضعفاء: أنحن منعناكم عن الهدى بعد إذ جاءكم؟ بل كنتم مجرمين.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اسْتُضْعِفُواْ لِلَّذِينَ اسْتَكْبَرُواْ بَلْ مَكْرُ الَّيْلِ وَالنَّهَارِ إِذْ تَأْمُرُونَنَآ أَن نَّكْفُرَ بِاللَّهِ وَنَجْعَلَ لَهُ أَندَادًا وَأَسَرُّواْ النَّدَامَةَ لَمَّا رَأَوُاْ الْعَذَابَ وَجَعَلْنَا الْأَغْلَٰلَ فِي أَعْنَاقِ الَّذِينَ كَفَرُواْ هَلْ يُجْزَوْنَ إِلَّا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الضعفاء: بل مكركم بنا في الليل والنهار، إذ تأمروننا أن نكفر بالله ونجعل له شركاء، وأخفوا الندم لما رأوا العذاب، وجعلنا الأغلال في أعناق الكفار، هل يُجزون إلا بما كانوا يعملون؟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أَرْسَلْنَا فِي قَرْيَةٍ مِّن نَّذِيرٍ إِلَّا قَالَ مُتْرَفُوهَآ إِنَّا بِمَآ أُرْسِلْتُم بِهِ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 في قرية من نذير إلا قال أغنياؤها المترفون: إنا بما أُرسلتم به 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نَحْنُ أَكْثَرُ أَمْوَٰلًا وَأَوْلَٰدًا وَمَا نَحْنُ بِمُعَذَّبِينَ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نحن أكثر أموالًا وأولادًا، وما نحن بمعذَّبين.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رَبِّي يَبْسُطُ الرِّزْقَ لِمَن يَشَآءُ وَيَقْدِرُ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ربي يوسّع الرزق لمن يشاء ويضيّقه، ولكن أكثر الناس لا يعلمون حكمته.</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أَمْوَٰلُكُمْ وَلَآ أَوْلَٰدُكُم بِالَّتِي تُقَرِّبُكُمْ عِندَنَا زُلْفَىٰ إِلَّا مَنْ ءَامَنَ وَعَمِلَ صَٰلِحًا فَأُوْلَـٰئِكَ لَهُمْ جَزَآءُ الضِّعْفِ بِمَا عَمِلُواْ وَهُمْ فِي الْغُرُفَٰتِ ءَامِنُونَ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وليست أموالكم ولا أولادكم هي التي تقرّبكم عندنا، إلا من آمن وعمل صالحًا، فأولئك لهم الثواب المضاعف، وهم في غرف الجنة آمنون.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يَسْعَوْنَ فِي ءَايَٰتِنَا مُعَٰجِزِينَ أُوْلَـٰئِكَ فِي الْعَذَابِ مُحْضَرُونَ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يسعون في إبطال آياتنا ظانّين أنهم يُعجزوننا، أولئك في العذاب مُحضَرون.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رَبِّي يَبْسُطُ الرِّزْقَ لِمَن يَشَآءُ مِنْ عِبَادِهِ وَيَقْدِرُ لَهُ وَمَآ أَنفَقْتُم مِّن شَيْءٍ فَهُوَ يُخْلِفُهُ وَهُوَ خَيْرُ الرَّـٰزِقِينَ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ربي يوسّع الرزق لمن يشاء ويضيّقه، وما أنفقتم من شيء في الخير فهو يعوّضه عليكم، وهو خير الرازقين.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يَحْشُرُهُمْ جَمِيعًا ثُمَّ يَقُولُ لِلْمَلَـٰئِكَةِ أَهَـٰؤُلَآءِ إِيَّاكُمْ كَانُواْ يَعْبُدُونَ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يجمعهم جميعًا، ثم يقول للملائكة: أهؤلاء كانوا يعبدونكم؟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سُبْحَٰنَكَ أَنتَ وَلِيُّنَا مِن دُونِهِم بَلْ كَانُواْ يَعْبُدُونَ الْجِنَّ أَكْثَرُهُم بِهِم 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قالت الملائكة: تنزّهت، أنت ولينا لا هم، بل كانوا يعبدون الشياطين، أكثرهم بهم مؤمنون.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فَالْيَوْمَ لَا يَمْلِكُ بَعْضُكُمْ لِبَعْضٍ نَّفْعًا وَلَا ضَرًّا وَنَقُولُ لِلَّذِينَ ظَلَمُواْ ذُوقُواْ عَذَابَ النَّارِ الَّتِي كُنتُم بِهَا تُكَذِّبُونَ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فاليوم لا يملك بعضكم لبعض نفعًا ولا ضرًّا، ونقول للظالمين: ذوقوا عذاب النار التي كنتم بها تكذّبون.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تُتْلَىٰ عَلَيْهِمْ ءَايَٰتُنَا بَيِّنَٰتٍ قَالُواْ مَا هَٰذَآ إِلَّا رَجُلٌ يُرِيدُ أَن يَصُدَّكُمْ عَمَّا كَانَ يَعْبُدُ ءَابَآؤُكُمْ وَقَالُواْ مَا هَٰذَآ إِلَّآ إِفْكٌ مُّفْتَرًى وَقَالَ الَّذِينَ كَفَرُواْ لِلْحَقِّ لَمَّا جَآءَهُمْ إِنْ هَٰذَآ إِلَّا سِحْرٌ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قُرئت عليهم آياتنا الواضحة قالوا: ما هذا إلا رجل يريد أن يمنعكم عما كان يعبد آباؤكم، وقالوا: ما هذا القرآن إلا كذب مختلَق، وقال الكفار للحق لما جاءهم: ما هذا إلا سحر واضح.</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ءَاتَيْنَٰهُم مِّن كُتُبٍ يَدْرُسُونَهَا وَمَآ أَرْسَلْنَآ إِلَيْهِمْ قَبْلَكَ مِن نَّذِيرٍ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أعطينا قريشًا كتبًا يقرؤونها قبل القرآن، وما أرسلنا إليهم قبلك من نذير.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وَكَذَّبَ الَّذِينَ مِن قَبْلِهِمْ وَمَا بَلَغُواْ مِعْشَارَ مَآ ءَاتَيْنَٰهُمْ فَكَذَّبُواْ رُسُلِي فَكَيْفَ كَانَ نَكِيرِ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وكذّب الذين من قبلهم، وما بلغ هؤلاء عُشر ما أعطيناهم من القوة، فكذّبوا رسلي، فكيف كان إنكاري عليهم؟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إِنَّمَآ أَعِظُكُم بِوَٰحِدَةٍ أَن تَقُومُواْ لِلَّهِ مَثْنَىٰ وَفُرَٰدَىٰ ثُمَّ تَتَفَكَّرُواْ مَا بِصَاحِبِكُم مِّن جِنَّةٍ إِنْ هُوَ إِلَّا نَذِيرٌ لَّكُم بَيْنَ يَدَيْ عَذَابٍ 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إنما أنصحكم بخصلة واحدة: أن تقوموا لله اثنين اثنين أو واحدًا واحدًا، ثم تتفكّروا: ليس بصاحبكم محمد جنون، ما هو إلا نذير لكم قبل عذاب 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مَا سَأَلْتُكُم مِّنْ أَجْرٍ فَهُوَ لَكُمْ إِنْ أَجْرِيَ إِلَّا عَلَى اللَّهِ وَهُوَ عَلَىٰ كُلِّ شَيْءٍ شَهِيدٌ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ما طلبت منكم من أجر فهو لكم، ما أجري إلا على الله، وهو على كل شيء شهيد.</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رَبِّي يَقْذِفُ بِالْحَقِّ عَلَّـٰمُ الْغُيُوبِ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ربي يُنزل الحق ويرمي به الباطل، وهو علّام الغيوب.</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جَآءَ الْحَقُّ وَمَا يُبْدِئُ الْبَٰطِلُ وَمَا يُعِيدُ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جاء الحق، وذهب الباطل فلا يبدأ شيئًا ولا يُعيده.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ضَلَلْتُ فَإِنَّمَآ أَضِلُّ عَلَىٰ نَفْسِي وَإِنِ اهْتَدَيْتُ فَبِمَا يُوحِي إِلَيَّ رَبِّي إِنَّهُ سَمِيعٌ قَرِيبٌ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ضللت فإنما ضرر ضلالي على نفسي، وإن اهتديت فبما يوحي إليّ ربي، إنه سميع قريب.</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تَرَىٰ إِذْ فَزِعُواْ فَلَا فَوْتَ وَأُخِذُواْ مِن مَّكَانٍ قَرِيبٍ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ترى إذ فزع الكفار عند البعث، فلا مهرب لهم، وأُخذوا من مكان قريب.</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ءَامَنَّا بِهِ وَأَنَّىٰ لَهُمُ التَّنَاوُشُ مِن مَّكَانٍ 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آمنّا به، وكيف لهم تناول الإيمان وقد بَعُد عنهم بفوات الدنيا؟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سبأ</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وَقَدْ كَفَرُواْ بِهِ مِن قَبْلُ وَيَقْذِفُونَ بِالْغَيْبِ مِن مَّكَانٍ 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وقد كفروا به من قبل في الدنيا، ويرجمون بالظنون في أمر الغيب من مكان بعيد عن الحق.</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وَحِيلَ بَيْنَهُمْ وَبَيْنَ مَا يَشْتَهُونَ كَمَا فُعِلَ بِأَشْيَاعِهِم مِّن قَبْلُ إِنَّهُمْ كَانُواْ فِي شَكٍّ مُّرِيبٍ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وحِيل بينهم وبين ما يشتهون من الإيمان والرجوع، كما فُعل بأمثالهم من قبل، إنهم كانوا في شك موقِع في الريبة.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الأحزاب</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٣١ – ٧٣</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٣٣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قالت أم سلمة رضي الله عنها: قلت للنبي صلى الله عليه وسلم: ما لنا لا نُذكر في القرآن كما يُذكر الرجال؟ فلم يَرُعني منه ذات يوم إلا نداؤه على المنبر يتلو: ﴿إن المسلمين والمسلمات والمؤمنين والمؤمنات...﴾ (رواه أحمد والنسائي).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يبدأ هذا الجزء من الآية ٣١: توجيهات لأمهات المؤمنين، وصفات المؤمنين والمؤمنات، ومكانة النبي صلى الله عليه وسلم خاتم النبيين، وآداب دخول بيته، والأمر بالصلاة عليه، والحجاب، وحمل الأمانة.</a:t>
            </a:r>
            <a:endParaRPr lang="ar-SA"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يَقْنُتْ مِنكُنَّ لِلَّهِ وَرَسُولِهِ وَتَعْمَلْ صَٰلِحًا نُّؤْتِهَآ أَجْرَهَا مَرَّتَيْنِ وَأَعْتَدْنَا لَهَا رِزْقًا كَرِيمًا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تُطع منكن يا نساء النبي الله ورسوله، وتعمل صالحًا، نُعطها أجرها مرتين، وأعددنا لها رزقًا كريمًا في الجنة.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يَٰنِسَآءَ النَّبِيِّ لَسْتُنَّ كَأَحَدٍ مِّنَ النِّسَآءِ إِنِ اتَّقَيْتُنَّ فَلَا تَخْضَعْنَ بِالْقَوْلِ فَيَطْمَعَ الَّذِي فِي قَلْبِهِ مَرَضٌ وَقُلْنَ قَوْلًا مَّعْرُوفًا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نساء النبي، لستنّ كغيركنّ من النساء في الفضل إن اتقيتنّ الله، فلا تُليّنّ الكلام مع الرجال فيطمع من في قلبه مرض، وقلن قولًا حسنًا بعيدًا عن الريبة.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وَقَرْنَ فِي بُيُوتِكُنَّ وَلَا تَبَرَّجْنَ تَبَرُّجَ الْجَٰهِلِيَّةِ الْأُولَىٰ وَأَقِمْنَ الصَّلَوٰةَ وَءَاتِينَ الزَّكَوٰةَ وَأَطِعْنَ اللَّهَ وَرَسُولَهُ إِنَّمَا يُرِيدُ اللَّهُ لِيُذْهِبَ عَنكُمُ الرِّجْسَ أَهْلَ الْبَيْتِ وَيُطَهِّرَكُمْ تَطْهِيرًا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والزمن بيوتكنّ، ولا تُظهرن زينتكنّ كما كانت تفعل نساء الجاهلية، وأقمن الصلاة، وآتين الزكاة، وأطعن الله ورسوله، إنما يريد الله أن يُذهب عنكم السوء يا أهل بيت النبي، ويطهّركم تطهيرًا.</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وَاذْكُرْنَ مَا يُتْلَىٰ فِي بُيُوتِكُنَّ مِنْ ءَايَٰتِ اللَّهِ وَالْحِكْمَةِ إِنَّ اللَّهَ كَانَ لَطِيفًا خَبِيرًا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واذكرن ما يُقرأ في بيوتكنّ من القرآن والسنة، إن الله كان لطيفًا خبيرًا.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الْمُسْلِمِينَ وَالْمُسْلِمَٰتِ وَالْمُؤْمِنِينَ وَالْمُؤْمِنَٰتِ وَالْقَٰنِتِينَ وَالْقَٰنِتَٰتِ وَالصَّـٰدِقِينَ وَالصَّـٰدِقَٰتِ وَالصَّـٰبِرِينَ وَالصَّـٰبِرَٰتِ وَالْخَٰشِعِينَ وَالْخَٰشِعَٰتِ وَالْمُتَصَدِّقِينَ وَالْمُتَصَدِّقَٰتِ وَالصَّـٰئِمِينَ وَالصَّـٰئِمَٰتِ وَالْحَٰفِظِينَ فُرُوجَهُمْ وَالْحَٰفِظَٰتِ وَالذَّـٰكِرِينَ اللَّهَ كَثِيرًا وَالذَّـٰكِرَٰتِ أَعَدَّ اللَّهُ لَهُم مَّغْفِرَةً وَأَجْرًا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المسلمين والمسلمات، والمؤمنين والمؤمنات، والمطيعين والمطيعات، والصادقين والصادقات، والصابرين والصابرات، والخاشعين والخاشعات، والمتصدقين والمتصدقات، والصائمين والصائمات، والحافظين أنفسهم من الحرام والحافظات، والذاكرين الله كثيرًا والذاكرات، أعدّ الله لهم مغفرة وأجرًا عظيمًا.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لِمُؤْمِنٍ وَلَا مُؤْمِنَةٍ إِذَا قَضَى اللَّهُ وَرَسُولُهُ أَمْرًا أَن يَكُونَ لَهُمُ الْخِيَرَةُ مِنْ أَمْرِهِمْ وَمَن يَعْصِ اللَّهَ وَرَسُولَهُ فَقَدْ ضَلَّ ضَلَٰلًا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ينبغي لمؤمن ولا مؤمنة إذا حكم الله ورسوله في أمر أن يختاروا غير ما حكما به، ومن يعصِ الله ورسوله فقد ضلّ ضلالًا واضحًا.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تَقُولُ لِلَّذِي أَنْعَمَ اللَّهُ عَلَيْهِ وَأَنْعَمْتَ عَلَيْهِ أَمْسِكْ عَلَيْكَ زَوْجَكَ وَاتَّقِ اللَّهَ وَتُخْفِي فِي نَفْسِكَ مَا اللَّهُ مُبْدِيهِ وَتَخْشَى النَّاسَ وَاللَّهُ أَحَقُّ أَن تَخْشَىٰهُ فَلَمَّا قَضَىٰ زَيْدٌ مِّنْهَا وَطَرًا زَوَّجْنَٰكَهَا لِكَيْ لَا يَكُونَ عَلَى الْمُؤْمِنِينَ حَرَجٌ فِي أَزْوَٰجِ أَدْعِيَآئِهِمْ إِذَا قَضَوْاْ مِنْهُنَّ وَطَرًا وَكَانَ أَمْرُ اللَّهِ مَفْعُولًا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تقول لزيد بن حارثة الذي أنعم الله عليه بالإسلام وأنعمتَ عليه بالعتق: أمسك عليك زوجتك واتق الله، وكان الله قد أعلم نبيه أنها ستكون زوجته، فلما طلّقها زيد زوّجناكها، لئلّا يكون على المؤمنين حرج في الزواج بمطلّقات أبنائهم بالتبنّي، وكان أمر الله نافذًا.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عَلَى النَّبِيِّ مِنْ حَرَجٍ فِيمَا فَرَضَ اللَّهُ لَهُ سُنَّةَ اللَّهِ فِي الَّذِينَ خَلَوْاْ مِن قَبْلُ وَكَانَ أَمْرُ اللَّهِ قَدَرًا مَّقْدُورًا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كان على النبي من إثم فيما أحلّ الله له، تلك سنة الله في الأنبياء السابقين، وكان أمر الله قضاءً مقدّرًا.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يُبَلِّغُونَ رِسَٰلَٰتِ اللَّهِ وَيَخْشَوْنَهُ وَلَا يَخْشَوْنَ أَحَدًا إِلَّا اللَّهَ وَكَفَىٰ بِاللَّهِ حَسِيبًا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يبلّغون رسالات الله ويخافونه، ولا يخافون أحدًا إلا الله، وكفى بالله محاسبًا.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مُحَمَّدٌ أَبَآ أَحَدٍ مِّن رِّجَالِكُمْ وَلَٰكِن رَّسُولَ اللَّهِ وَخَاتَمَ النَّبِيِّـنَ وَكَانَ اللَّهُ بِكُلِّ شَيْءٍ عَلِيمًا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كان محمد أبًا لأحد من رجالكم بالنسب، ولكنه رسول الله وآخر الأنبياء فلا نبي بعده، وكان الله بكل شيء عليمًا.</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اذْكُرُواْ اللَّهَ ذِكْرًا كَثِيرًا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اذكروا الله ذكرًا كثيرًا بقلوبكم وألسنتكم.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وَسَبِّحُوهُ بُكْرَةً وَأَصِيلًا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ونزّهوه في الصباح والمساء.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يُصَلِّي عَلَيْكُمْ وَمَلَـٰئِكَتُهُ لِيُخْرِجَكُم مِّنَ الظُّلُمَٰتِ إِلَى النُّورِ وَكَانَ بِالْمُؤْمِنِينَ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يُثني عليكم ويرحمكم، وتدعو لكم ملائكته، ليُخرجكم من ظلمات الكفر إلى نور الإيمان، وكان بالمؤمنين رحيمًا.</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تَحِيَّتُهُمْ يَوْمَ يَلْقَوْنَهُ سَلَٰمٌ وَأَعَدَّ لَهُمْ أَجْرًا كَرِيمًا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تحيّتهم يوم يلقونه سلام، وأعدّ لهم أجرًا كريمًا.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إِنَّآ أَرْسَلْنَٰكَ شَٰهِدًا وَمُبَشِّرًا وَنَذِيرًا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إنا أرسلناك شاهدًا على أمتك، ومبشّرًا للمؤمنين بالجنة، ومنذرًا للكافرين من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وَدَاعِيًا إِلَى اللَّهِ بِإِذْنِهِ وَسِرَاجًا مُّنِيرًا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وداعيًا إلى توحيد الله بأمره، ومصباحًا مضيئًا يهتدي به الناس.</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وَبَشِّرِ الْمُؤْمِنِينَ بِأَنَّ لَهُم مِّنَ اللَّهِ فَضْلًا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وبشّر المؤمنين بأن لهم من الله فضلًا كبيرًا.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تُطِعِ الْكَٰفِرِينَ وَالْمُنَٰفِقِينَ وَدَعْ أَذَىٰهُمْ وَتَوَكَّلْ عَلَى اللَّهِ وَكَفَىٰ بِاللَّهِ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تُطع الكافرين والمنافقين، واترك أذاهم ولا تلتفت إليه، وتوكّل على الله، وكفى بالله حافظًا.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إِذَا نَكَحْتُمُ الْمُؤْمِنَٰتِ ثُمَّ طَلَّقْتُمُوهُنَّ مِن قَبْلِ أَن تَمَسُّوهُنَّ فَمَا لَكُمْ عَلَيْهِنَّ مِنْ عِدَّةٍ تَعْتَدُّونَهَا فَمَتِّعُوهُنَّ وَسَرِّحُوهُنَّ سَرَاحًا جَمِيلًا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عقدتم على المؤمنات ثم طلّقتموهنّ قبل الدخول بهنّ، فلا عدّة عليهن، فأعطوهنّ شيئًا من المال تطييبًا لقلوبهن، وفارقوهنّ بإحسان.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05356"/>
            <a:ext cx="548640" cy="548640"/>
          </a:xfrm>
          <a:prstGeom prst="star8">
            <a:avLst/>
          </a:prstGeom>
          <a:solidFill>
            <a:schemeClr val="accent2"/>
          </a:solidFill>
          <a:ln/>
        </p:spPr>
      </p:sp>
      <p:sp>
        <p:nvSpPr>
          <p:cNvPr id="6" name="Shape 4"/>
          <p:cNvSpPr/>
          <p:nvPr/>
        </p:nvSpPr>
        <p:spPr>
          <a:xfrm>
            <a:off x="11036808"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053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687068"/>
            <a:ext cx="10012680" cy="398678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إِنَّآ أَحْلَلْنَا لَكَ أَزْوَٰجَكَ الَّـٰتِي ءَاتَيْتَ أُجُورَهُنَّ وَمَا مَلَكَتْ يَمِينُكَ مِمَّآ أَفَآءَ اللَّهُ عَلَيْكَ وَبَنَاتِ عَمِّكَ وَبَنَاتِ عَمَّـٰتِكَ وَبَنَاتِ خَالِكَ وَبَنَاتِ خَٰلَٰتِكَ الَّـٰتِي هَاجَرْنَ مَعَكَ وَامْرَأَةً مُّؤْمِنَةً إِن وَهَبَتْ نَفْسَهَا لِلنَّبِيِّ إِنْ أَرَادَ النَّبِيُّ أَن يَسْتَنكِحَهَا خَالِصَةً لَّكَ مِن دُونِ الْمُؤْمِنِينَ قَدْ عَلِمْنَا مَا فَرَضْنَا عَلَيْهِمْ فِي أَزْوَٰجِهِمْ وَمَا مَلَكَتْ أَيْمَٰنُهُمْ لِكَيْلَا يَكُونَ عَلَيْكَ حَرَجٌ وَكَانَ اللَّهُ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إنا أحللنا لك أزواجك اللاتي أعطيتهنّ مهورهن، وأحللنا لك الزواج من قريباتك اللاتي هاجرن معك، وامرأة مؤمنة وهبت نفسها لك إن أردت الزواج بها، وهذا خاص بك دون المؤمنين، وقد علمنا ما شرعنا للمؤمنين في زواجهم، لئلّا يكون عليك حرج، وكان الله غفورًا رحيمًا.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تُرْجِي مَن تَشَآءُ مِنْهُنَّ وَتُـْٔوِي إِلَيْكَ مَن تَشَآءُ وَمَنِ ابْتَغَيْتَ مِمَّنْ عَزَلْتَ فَلَا جُنَاحَ عَلَيْكَ ذَٰلِكَ أَدْنَىٰ أَن تَقَرَّ أَعْيُنُهُنَّ وَلَا يَحْزَنَّ وَيَرْضَيْنَ بِمَآ ءَاتَيْتَهُنَّ كُلُّهُنَّ وَاللَّهُ يَعْلَمُ مَا فِي قُلُوبِكُمْ وَكَانَ اللَّهُ عَلِيمًا حَلِيمًا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 أن تؤخّر من تشاء من زوجاتك في المبيت، وتُقرّب من تشاء، ذلك أقرب أن تطمئن قلوبهن ويرضين بما أعطيتهن، والله يعلم ما في قلوبكم، وكان الله عليمًا حليمًا.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يَحِلُّ لَكَ النِّسَآءُ مِن بَعْدُ وَلَآ أَن تَبَدَّلَ بِهِنَّ مِنْ أَزْوَٰجٍ وَلَوْ أَعْجَبَكَ حُسْنُهُنَّ إِلَّا مَا مَلَكَتْ يَمِينُكَ وَكَانَ اللَّهُ عَلَىٰ كُلِّ شَيْءٍ رَّقِيبًا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يحلّ لك الزواج بغيرهنّ بعد ذلك، ولا أن تستبدل بهنّ غيرهن، إكرامًا لهن لما اخترن الله ورسوله، وكان الله على كل شيء رقيبًا.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325880"/>
            <a:ext cx="10012680" cy="4910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تَدْخُلُواْ بُيُوتَ النَّبِيِّ إِلَّآ أَن يُؤْذَنَ لَكُمْ إِلَىٰ طَعَامٍ غَيْرَ نَٰظِرِينَ إِنَىٰهُ وَلَٰكِنْ إِذَا دُعِيتُمْ فَادْخُلُواْ فَإِذَا طَعِمْتُمْ فَانتَشِرُواْ وَلَا مُسْتَـْٔنِسِينَ لِحَدِيثٍ إِنَّ ذَٰلِكُمْ كَانَ يُؤْذِي النَّبِيَّ فَيَسْتَحْيِ مِنكُمْ وَاللَّهُ لَا يَسْتَحْيِ مِنَ الْحَقِّ وَإِذَا سَأَلْتُمُوهُنَّ مَتَٰعًا فَسْـَٔلُوهُنَّ مِن وَرَآءِ حِجَابٍ ذَٰلِكُمْ أَطْهَرُ لِقُلُوبِكُمْ وَقُلُوبِهِنَّ وَمَا كَانَ لَكُمْ أَن تُؤْذُواْ رَسُولَ اللَّهِ وَلَآ أَن تَنكِحُواْ أَزْوَٰجَهُ مِن بَعْدِهِ أَبَدًا إِنَّ ذَٰلِكُمْ كَانَ عِندَ اللَّهِ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تدخلوا بيوت النبي إلا بإذن لطعام، غير منتظرين نُضجه، فإذا دُعيتم فادخلوا، فإذا أكلتم فتفرّقوا، ولا تجلسوا للحديث، فإن ذلك يؤذي النبي فيستحي منكم، والله لا يستحي من الحق، وإذا طلبتم من نسائه حاجة فاطلبوها من وراء ستر، ذلك أطهر لقلوبكم وقلوبهن، ولا يحلّ لكم أن تؤذوا رسول الله، ولا أن تتزوّجوا أزواجه من بعده أبدًا، إن ذلك عند الله 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تُبْدُواْ شَيْـًٔا أَوْ تُخْفُوهُ فَإِنَّ اللَّهَ كَانَ بِكُلِّ شَيْءٍ عَلِيمًا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تُظهروا شيئًا أو تُخفوه، فإن الله كان بكل شيء عليمًا.</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جُنَاحَ عَلَيْهِنَّ فِي ءَابَآئِهِنَّ وَلَآ أَبْنَآئِهِنَّ وَلَآ إِخْوَٰنِهِنَّ وَلَآ أَبْنَآءِ إِخْوَٰنِهِنَّ وَلَآ أَبْنَآءِ أَخَوَٰتِهِنَّ وَلَا نِسَآئِهِنَّ وَلَا مَا مَلَكَتْ أَيْمَٰنُهُنَّ وَاتَّقِينَ اللَّهَ إِنَّ اللَّهَ كَانَ عَلَىٰ كُلِّ شَيْءٍ شَهِيدًا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إثم على نساء النبي في ترك الحجاب أمام آبائهن وأبنائهن وإخوانهن وأبناء إخوانهن وأبناء أخواتهن والنساء المؤمنات وما ملكت أيمانهن، واتقين الله، إن الله كان على كل شيء شهيدًا.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39598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وَمَلَـٰئِكَتَهُ يُصَلُّونَ عَلَى النَّبِيِّ يَـٰأَيُّهَا الَّذِينَ ءَامَنُواْ صَلُّواْ عَلَيْهِ وَسَلِّمُواْ تَسْلِيمًا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يُثني على النبي عند الملائكة، والملائكة يدعون له، يا أيها المؤمنون صلّوا عليه وسلّموا تسليمًا. قال النبي صلى الله عليه وسلم: «من صلّى عليّ صلاة صلّى الله عليه بها عشرًا» (رواه مسلم).</a:t>
            </a:r>
            <a:endParaRPr lang="ar-SA" sz="3200" dirty="0"/>
          </a:p>
        </p:txBody>
      </p:sp>
      <p:sp>
        <p:nvSpPr>
          <p:cNvPr id="9" name="Shape 7"/>
          <p:cNvSpPr/>
          <p:nvPr/>
        </p:nvSpPr>
        <p:spPr>
          <a:xfrm>
            <a:off x="2103120" y="2874264"/>
            <a:ext cx="8641080" cy="0"/>
          </a:xfrm>
          <a:prstGeom prst="line">
            <a:avLst/>
          </a:prstGeom>
          <a:noFill/>
          <a:ln w="9525">
            <a:solidFill>
              <a:schemeClr val="accent2"/>
            </a:solidFill>
            <a:prstDash val="dash"/>
          </a:ln>
        </p:spPr>
      </p:sp>
      <p:sp>
        <p:nvSpPr>
          <p:cNvPr id="10" name="Shape 8"/>
          <p:cNvSpPr/>
          <p:nvPr/>
        </p:nvSpPr>
        <p:spPr>
          <a:xfrm>
            <a:off x="10927080" y="3090672"/>
            <a:ext cx="548640" cy="548640"/>
          </a:xfrm>
          <a:prstGeom prst="star8">
            <a:avLst/>
          </a:prstGeom>
          <a:solidFill>
            <a:schemeClr val="accent2"/>
          </a:solidFill>
          <a:ln/>
        </p:spPr>
      </p:sp>
      <p:sp>
        <p:nvSpPr>
          <p:cNvPr id="11" name="Shape 9"/>
          <p:cNvSpPr/>
          <p:nvPr/>
        </p:nvSpPr>
        <p:spPr>
          <a:xfrm>
            <a:off x="11036808" y="32004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906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30723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يُؤْذُونَ اللَّهَ وَرَسُولَهُ لَعَنَهُمُ اللَّهُ فِي الدُّنْيَا وَالْأخِرَةِ وَأَعَدَّ لَهُمْ عَذَابًا مُّهِينًا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يؤذون الله ورسوله طردهم الله من رحمته في الدنيا والآخرة، وأعدّ لهم عذابًا مُذلًّا.</a:t>
            </a:r>
            <a:endParaRPr lang="ar-SA" sz="3200" dirty="0"/>
          </a:p>
        </p:txBody>
      </p:sp>
      <p:sp>
        <p:nvSpPr>
          <p:cNvPr id="14" name="Shape 12"/>
          <p:cNvSpPr/>
          <p:nvPr/>
        </p:nvSpPr>
        <p:spPr>
          <a:xfrm>
            <a:off x="2103120" y="4212336"/>
            <a:ext cx="8641080" cy="0"/>
          </a:xfrm>
          <a:prstGeom prst="line">
            <a:avLst/>
          </a:prstGeom>
          <a:noFill/>
          <a:ln w="9525">
            <a:solidFill>
              <a:schemeClr val="accent2"/>
            </a:solidFill>
            <a:prstDash val="dash"/>
          </a:ln>
        </p:spPr>
      </p:sp>
      <p:sp>
        <p:nvSpPr>
          <p:cNvPr id="15" name="Shape 13"/>
          <p:cNvSpPr/>
          <p:nvPr/>
        </p:nvSpPr>
        <p:spPr>
          <a:xfrm>
            <a:off x="10927080" y="4428744"/>
            <a:ext cx="548640" cy="548640"/>
          </a:xfrm>
          <a:prstGeom prst="star8">
            <a:avLst/>
          </a:prstGeom>
          <a:solidFill>
            <a:schemeClr val="accent2"/>
          </a:solidFill>
          <a:ln/>
        </p:spPr>
      </p:sp>
      <p:sp>
        <p:nvSpPr>
          <p:cNvPr id="16" name="Shape 14"/>
          <p:cNvSpPr/>
          <p:nvPr/>
        </p:nvSpPr>
        <p:spPr>
          <a:xfrm>
            <a:off x="11036808" y="4538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28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8" name="Text 16"/>
          <p:cNvSpPr txBox="1"/>
          <p:nvPr/>
        </p:nvSpPr>
        <p:spPr>
          <a:xfrm>
            <a:off x="731520" y="44104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يُؤْذُونَ الْمُؤْمِنِينَ وَالْمُؤْمِنَٰتِ بِغَيْرِ مَا اكْتَسَبُواْ فَقَدِ احْتَمَلُواْ بُهْتَٰنًا وَإِثْمًا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يؤذون المؤمنين والمؤمنات بغير ذنب عملوه، فقد حملوا كذبًا عظيمًا وذنبًا واضحًا.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قُل لِّأَزْوَٰجِكَ وَبَنَاتِكَ وَنِسَآءِ الْمُؤْمِنِينَ يُدْنِينَ عَلَيْهِنَّ مِن جَلَٰبِيبِهِنَّ ذَٰلِكَ أَدْنَىٰ أَن يُعْرَفْنَ فَلَا يُؤْذَيْنَ وَكَانَ اللَّهُ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قل لأزواجك وبناتك ونساء المؤمنين يُرخين عليهن من جلابيبهن، ذلك أقرب أن يُعرفن أنهن حرائر عفيفات فلا يُؤذَين، وكان الله غفورًا رحيمًا.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لَّئِن لَّمْ يَنتَهِ الْمُنَٰفِقُونَ وَالَّذِينَ فِي قُلُوبِهِم مَّرَضٌ وَالْمُرْجِفُونَ فِي الْمَدِينَةِ لَنُغْرِيَنَّكَ بِهِمْ ثُمَّ لَا يُجَاوِرُونَكَ فِيهَآ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لئن لم يتوقّف المنافقون، والذين في قلوبهم مرض، والذين ينشرون الأخبار الكاذبة في المدينة، لنُسلّطنّك عليهم، ثم لا يسكنون معك فيها إلا قليلًا.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مَّلْعُونِينَ أَيْنَمَا ثُقِفُواْ أُخِذُواْ وَقُتِّلُواْ تَقْتِيلًا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مطرودين من الرحمة، أينما وُجدوا أُخذوا وقُتلوا.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سُنَّةَ اللَّهِ فِي الَّذِينَ خَلَوْاْ مِن قَبْلُ وَلَن تَجِدَ لِسُنَّةِ اللَّهِ تَبْدِيلًا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سنة الله في المنافقين السابقين، ولن تجد لسنة الله تبديلًا.</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يَسْـَٔلُكَ النَّاسُ عَنِ السَّاعَةِ قُلْ إِنَّمَا عِلْمُهَا عِندَ اللَّهِ وَمَا يُدْرِيكَ لَعَلَّ السَّاعَةَ تَكُونُ قَرِيبًا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يسألك الناس عن وقت القيامة، قل: إنما علمها عند الله، وما يُدريك لعل القيامة تكون قريبة.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٦٤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لَعَنَ الْكَٰفِرِينَ وَأَعَدَّ لَهُمْ سَعِيرًا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طرد الكافرين من رحمته، وأعدّ لهم نارًا مشتعلة.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خَٰلِدِينَ فِيهَآ أَبَدًا لَّا يَجِدُونَ وَلِيًّا وَلَا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خالدين فيها أبدًا، لا يجدون وليًّا ولا نصيرًا.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تُقَلَّبُ وُجُوهُهُمْ فِي النَّارِ يَقُولُونَ يَٰلَيْتَنَآ أَطَعْنَا اللَّهَ وَأَطَعْنَا الرَّسُولَا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تُقلَّب وجوههم في النار، يقولون: يا ليتنا أطعنا الله وأطعنا الرسول.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رَبَّنَآ إِنَّآ أَطَعْنَا سَادَتَنَا وَكُبَرَآءَنَا فَأَضَلُّونَا السَّبِيلَا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ربنا إنا أطعنا رؤساءنا وكبراءنا فأضلّونا عن الطريق.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ءَاتِهِمْ ضِعْفَيْنِ مِنَ الْعَذَابِ وَالْعَنْهُمْ لَعْنًا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ربنا ضاعف لهم العذاب، واطردهم من رحمتك طردًا كبيرًا.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تَكُونُواْ كَالَّذِينَ ءَاذَوْاْ مُوسَىٰ فَبَرَّأَهُ اللَّهُ مِمَّا قَالُواْ وَكَانَ عِندَ اللَّهِ وَجِيهًا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تؤذوا رسولكم كما آذى بنو إسرائيل موسى، فبرّأه الله مما قالوا فيه، وكان عند الله ذا منزلة عظيمة.</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وَقُولُواْ قَوْلًا سَدِيدًا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اتقوا الله، وقولوا قولًا صادقًا مستقيمًا.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يُصْلِحْ لَكُمْ أَعْمَٰلَكُمْ وَيَغْفِرْ لَكُمْ ذُنُوبَكُمْ وَمَن يُطِعِ اللَّهَ وَرَسُولَهُ فَقَدْ فَازَ فَوْزًا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يُصلح لكم أعمالكم، ويغفر لكم ذنوبكم، ومن يطع الله ورسوله فقد فاز فوزًا عظيمًا.</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عَرَضْنَا الْأَمَانَةَ عَلَى السَّمَٰوَٰتِ وَالْأَرْضِ وَالْجِبَالِ فَأَبَيْنَ أَن يَحْمِلْنَهَا وَأَشْفَقْنَ مِنْهَا وَحَمَلَهَا الْإِنسَٰنُ إِنَّهُ كَانَ ظَلُومًا جَهُولًا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عرضنا الأمانة وهي التكاليف الشرعية على السماوات والأرض والجبال، فأبين حملها خوفًا منها، وحملها الإنسان، إنه كان ظلومًا لنفسه، جهولًا بالعواقب.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الأحزاب</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لِّيُعَذِّبَ اللَّهُ الْمُنَٰفِقِينَ وَالْمُنَٰفِقَٰتِ وَالْمُشْرِكِينَ وَالْمُشْرِكَٰتِ وَيَتُوبَ اللَّهُ عَلَى الْمُؤْمِنِينَ وَالْمُؤْمِنَٰتِ وَكَانَ اللَّهُ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ليعذّب الله المنافقين والمنافقات والمشركين والمشركات الذين خانوا الأمانة، ويتوب الله على المؤمنين والمؤمنات الذين حفظوها، وكان الله غفورًا رحيمًا.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assets22/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22/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22 Tafsir">
  <a:themeElements>
    <a:clrScheme name="Juz 22 Tafsir">
      <a:dk1>
        <a:srgbClr val="2B241F"/>
      </a:dk1>
      <a:lt1>
        <a:srgbClr val="FFFFFF"/>
      </a:lt1>
      <a:dk2>
        <a:srgbClr val="5C3A21"/>
      </a:dk2>
      <a:lt2>
        <a:srgbClr val="FBF8F3"/>
      </a:lt2>
      <a:accent1>
        <a:srgbClr val="5C3A21"/>
      </a:accent1>
      <a:accent2>
        <a:srgbClr val="C9A04A"/>
      </a:accent2>
      <a:accent3>
        <a:srgbClr val="7A5030"/>
      </a:accent3>
      <a:accent4>
        <a:srgbClr val="6B6158"/>
      </a:accent4>
      <a:accent5>
        <a:srgbClr val="F2EADF"/>
      </a:accent5>
      <a:accent6>
        <a:srgbClr val="2F6B5E"/>
      </a:accent6>
      <a:hlink>
        <a:srgbClr val="7A5030"/>
      </a:hlink>
      <a:folHlink>
        <a:srgbClr val="6B6158"/>
      </a:folHlink>
    </a:clrScheme>
    <a:fontScheme name="Juz 22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ومن يقنت — مبسّط من تفسير ابن كثير</dc:title>
  <dc:subject>PptxGenJS Presentation</dc:subject>
  <dc:creator>معلم القرآن الكريم</dc:creator>
  <cp:lastModifiedBy>معلم القرآن الكريم</cp:lastModifiedBy>
  <cp:revision>1</cp:revision>
  <dcterms:created xsi:type="dcterms:W3CDTF">2026-10-03T21:28:28Z</dcterms:created>
  <dcterms:modified xsi:type="dcterms:W3CDTF">2026-10-03T21:28:28Z</dcterms:modified>
</cp:coreProperties>
</file>
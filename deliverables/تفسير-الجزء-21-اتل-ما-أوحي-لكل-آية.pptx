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76a75d37-554f-887c-306b-0405d345ef8d}">
          <p14:sldIdLst>
            <p14:sldId id="256"/>
            <p14:sldId id="257"/>
            <p14:sldId id="258"/>
          </p14:sldIdLst>
        </p14:section>
        <p14:section name="سورة الأحزاب" id="{8cd0fd0f-e484-4058-53ac-ac09cdecaaa1}">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سورة السجدة" id="{4fc2369d-8c64-bfb2-8c80-580880ace53b}">
          <p14:sldIdLst>
            <p14:sldId id="275"/>
            <p14:sldId id="276"/>
            <p14:sldId id="277"/>
            <p14:sldId id="278"/>
            <p14:sldId id="279"/>
            <p14:sldId id="280"/>
            <p14:sldId id="281"/>
            <p14:sldId id="282"/>
            <p14:sldId id="283"/>
            <p14:sldId id="284"/>
            <p14:sldId id="285"/>
            <p14:sldId id="286"/>
          </p14:sldIdLst>
        </p14:section>
        <p14:section name="سورة لقمان" id="{b5751749-c8d0-2512-6bd6-9fa134d741ed}">
          <p14:sldIdLst>
            <p14:sldId id="287"/>
            <p14:sldId id="288"/>
            <p14:sldId id="289"/>
            <p14:sldId id="290"/>
            <p14:sldId id="291"/>
            <p14:sldId id="292"/>
            <p14:sldId id="293"/>
            <p14:sldId id="294"/>
            <p14:sldId id="295"/>
            <p14:sldId id="296"/>
            <p14:sldId id="297"/>
            <p14:sldId id="298"/>
            <p14:sldId id="299"/>
            <p14:sldId id="300"/>
            <p14:sldId id="301"/>
            <p14:sldId id="302"/>
          </p14:sldIdLst>
        </p14:section>
        <p14:section name="سورة الروم" id="{ef236b8d-b476-783e-4823-edb68e45e3a0}">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Lst>
        </p14:section>
        <p14:section name="سورة العنكبوت" id="{852cab8c-e1a3-ae6c-c4bb-a5ffff786c16}">
          <p14:sldIdLst>
            <p14:sldId id="328"/>
            <p14:sldId id="329"/>
            <p14:sldId id="330"/>
            <p14:sldId id="331"/>
            <p14:sldId id="332"/>
            <p14:sldId id="333"/>
            <p14:sldId id="334"/>
            <p14:sldId id="335"/>
            <p14:sldId id="336"/>
            <p14:sldId id="337"/>
            <p14:sldId id="338"/>
            <p14:sldId id="339"/>
          </p14:sldIdLst>
        </p14:section>
        <p14:section name="الخاتمة" id="{f83e6a48-775a-9f63-8903-0fd3ab9171c3}">
          <p14:sldIdLst>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الأحزاب ثم نصعد سورةً سورة حتى نصل إلى سورة العنكبوت،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هو قدوتنا الحسنة كما في الآية 21؟ اذكر موقفًا من حياته تقتدي 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يفعل المؤمنون في الليل كما في الآية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وصايا لقمان لابنه في الآيات 13–19.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آيات الله المذكورة في الآيات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وعد الله للذين يجاهدون في سبيله كما في الآية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1/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1/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1/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4.xml"/><Relationship Id="rId4"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1/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اتلُ ما أوحي</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1/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الأحزاب إلى سورة العنكبوت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الرمادي المزرق</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اتلُ ما أوحي</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الأحزاب صعودًا إلى سورة العنكبوت</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الأحزاب</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السجدة</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لقمان</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الروم</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العنكبوت</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الأحزاب</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٣٠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عبد الله بن عمر رضي الله عنهما: ما كنا ندعو زيد بن حارثة إلا «زيد بن محمد»، حتى نزل القرآن: ﴿ادعوهم لآبائهم هو أقسط عند الله﴾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٣٠: إبطال التبنّي ونسبة الأبناء لآبائهم، ومكانة النبي صلى الله عليه وسلم وأزواجه، وقصة غزوة الأحزاب (الخندق)، والنبي صلى الله عليه وسلم قدوة حسنة، وتخيير أمهات المؤمنين.</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اتَّقِ اللَّهَ وَلَا تُطِعِ الْكَٰفِرِينَ وَالْمُنَٰفِقِينَ إِنَّ اللَّهَ كَانَ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اثبت على تقوى الله، ولا تُطع الكافرين والمنافقين، إن الله كان عليمًا حكيمًا.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وَاتَّبِعْ مَا يُوحَىٰ إِلَيْكَ مِن رَّبِّكَ إِنَّ اللَّهَ كَانَ بِمَا تَعْمَلُونَ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واتّبع ما يوحى إليك من ربك، إن الله كان بما تعملون خبيرًا.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وَتَوَكَّلْ عَلَى اللَّهِ وَكَفَىٰ بِاللَّهِ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وتوكّل على الله في أمورك كلها، وكفى بالله حافظًا.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جَعَلَ اللَّهُ لِرَجُلٍ مِّن قَلْبَيْنِ فِي جَوْفِهِ وَمَا جَعَلَ أَزْوَٰجَكُمُ الَّـٰـِٔي تُظَٰهِرُونَ مِنْهُنَّ أُمَّهَٰتِكُمْ وَمَا جَعَلَ أَدْعِيَآءَكُمْ أَبْنَآءَكُمْ ذَٰلِكُمْ قَوْلُكُم بِأَفْوَٰهِكُمْ وَاللَّهُ يَقُولُ الْحَقَّ وَهُوَ يَهْدِي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جعل الله لرجل قلبين في صدره، وما جعل زوجاتكم اللاتي تقولون لهن: أنتِ عليّ كظهر أمي، أمهاتٍ لكم، وما جعل الأولاد المتبنَّين أبناءً لكم، ذلكم قول بأفواهكم لا حقيقة له، والله يقول الحق وهو يهدي الطريق.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ادْعُوهُمْ لِأبَآئِهِمْ هُوَ أَقْسَطُ عِندَ اللَّهِ فَإِن لَّمْ تَعْلَمُواْ ءَابَآءَهُمْ فَإِخْوَٰنُكُمْ فِي الدِّينِ وَمَوَٰلِيكُمْ وَلَيْسَ عَلَيْكُمْ جُنَاحٌ فِيمَآ أَخْطَأْتُم بِهِ وَلَٰكِن مَّا تَعَمَّدَتْ قُلُوبُكُمْ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انسبوا الأولاد المتبنَّين إلى آبائهم الحقيقيين، هو أعدل عند الله، فإن لم تعرفوا آباءهم فهم إخوانكم في الدين وأولياؤكم، ولا إثم عليكم فيما أخطأتم فيه، ولكن الإثم فيما تعمّدتموه، وكان الله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النَّبِيُّ أَوْلَىٰ بِالْمُؤْمِنِينَ مِنْ أَنفُسِهِمْ وَأَزْوَٰجُهُ أُمَّهَٰتُهُمْ وَأُوْلُواْ الْأَرْحَامِ بَعْضُهُمْ أَوْلَىٰ بِبَعْضٍ فِي كِتَٰبِ اللَّهِ مِنَ الْمُؤْمِنِينَ وَالْمُهَٰجِرِينَ إِلَّآ أَن تَفْعَلُواْ إِلَىٰ أَوْلِيَآئِكُم مَّعْرُوفًا كَانَ ذَٰلِكَ فِي الْكِتَٰبِ مَسْطُورًا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النبي أحقّ بالمؤمنين وأرحم بهم من أنفسهم، وزوجاته أمهات المؤمنين في الاحترام وتحريم الزواج بهن، والأقارب أولى بالميراث بعضهم من بعض من المؤمنين والمهاجرين، إلا أن تُحسنوا إلى أصدقائكم بوصية، كان ذلك مكتوبًا في اللوح المحفوظ.</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أَخَذْنَا مِنَ النَّبِيِّـنَ مِيثَٰقَهُمْ وَمِنكَ وَمِن نُّوحٍ وَإِبْرَٰهِيمَ وَمُوسَىٰ وَعِيسَى ابْنِ مَرْيَمَ وَأَخَذْنَا مِنْهُم مِّيثَٰقًا غَلِيظًا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أخذنا من الأنبياء عهدهم بتبليغ الرسالة، ومنك ومن نوح وإبراهيم وموسى وعيسى ابن مريم، وأخذنا منهم عهدًا شديدًا.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لِّيَسْـَٔلَ الصَّـٰدِقِينَ عَن صِدْقِهِمْ وَأَعَدَّ لِلْكَٰفِرِينَ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ليسأل الله الصادقين من الرسل عن تبليغهم، وأعدّ للكافرين عذابًا موجعًا.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اذْكُرُواْ نِعْمَةَ اللَّهِ عَلَيْكُمْ إِذْ جَآءَتْكُمْ جُنُودٌ فَأَرْسَلْنَا عَلَيْهِمْ رِيحًا وَجُنُودًا لَّمْ تَرَوْهَا وَكَانَ اللَّهُ بِمَا تَعْمَلُونَ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اذكروا نعمة الله عليكم حين جاءتكم جنود الأحزاب، فأرسلنا عليهم ريحًا شديدة، وجنودًا من الملائكة لم تروها، وكان الله بما تعملون بصيرًا.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جَآءُوكُم مِّن فَوْقِكُمْ وَمِنْ أَسْفَلَ مِنكُمْ وَإِذْ زَاغَتِ الْأَبْصَٰرُ وَبَلَغَتِ الْقُلُوبُ الْحَنَاجِرَ وَتَظُنُّونَ بِاللَّهِ الظُّنُونَا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جاؤوكم من أعلى الوادي ومن أسفله، وحين مالت الأبصار من الخوف، وارتفعت القلوب إلى الحناجر، وظننتم بالله الظنون المختلفة.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هُنَالِكَ ابْتُلِيَ الْمُؤْمِنُونَ وَزُلْزِلُواْ زِلْزَالًا شَدِيدًا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هنالك اختُبر المؤمنون، واضطربوا اضطرابًا شديدًا.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يَقُولُ الْمُنَٰفِقُونَ وَالَّذِينَ فِي قُلُوبِهِم مَّرَضٌ مَّا وَعَدَنَا اللَّهُ وَرَسُولُهُ إِلَّا غُرُورًا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وحين يقول المنافقون والذين في قلوبهم شك: ما وعدنا الله ورسوله بالنصر إلا خداعًا.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قَالَت طَّآئِفَةٌ مِّنْهُمْ يَـٰأَهْلَ يَثْرِبَ لَا مُقَامَ لَكُمْ فَارْجِعُواْ وَيَسْتَـْٔذِنُ فَرِيقٌ مِّنْهُمُ النَّبِيَّ يَقُولُونَ إِنَّ بُيُوتَنَا عَوْرَةٌ وَمَا هِيَ بِعَوْرَةٍ إِن يُرِيدُونَ إِلَّا فِرَارًا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وحين قالت جماعة منهم: يا أهل المدينة، لا مكان لكم هنا فارجعوا إلى بيوتكم، ويستأذن فريق منهم النبي صلى الله عليه وسلم يقولون: إن بيوتنا مكشوفة للعدو، وليست كذلك، ما يريدون إلا الهرب.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دُخِلَتْ عَلَيْهِم مِّنْ أَقْطَارِهَا ثُمَّ سُئِلُواْ الْفِتْنَةَ لَأتَوْهَا وَمَا تَلَبَّثُواْ بِهَآ إِلَّا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دخل الأعداء المدينة من جوانبها، ثم طُلب منهم الرجوع إلى الكفر لفعلوا سريعًا، وما تأخّروا إلا قليلًا.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كَانُواْ عَٰهَدُواْ اللَّهَ مِن قَبْلُ لَا يُوَلُّونَ الْأَدْبَٰرَ وَكَانَ عَهْدُ اللَّهِ مَسْـُٔولًا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كانوا عاهدوا الله من قبل ألّا يفرّوا من القتال، وكان عهد الله مسؤولًا عنه.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لَّن يَنفَعَكُمُ الْفِرَارُ إِن فَرَرْتُم مِّنَ الْمَوْتِ أَوِ الْقَتْلِ وَإِذًا لَّا تُمَتَّعُونَ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لن ينفعكم الهرب إن هربتم من الموت أو القتل، وإن هربتم فلن تتمتّعوا بالحياة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ذَا الَّذِي يَعْصِمُكُم مِّنَ اللَّهِ إِنْ أَرَادَ بِكُمْ سُوءًا أَوْ أَرَادَ بِكُمْ رَحْمَةً وَلَا يَجِدُونَ لَهُم مِّن دُونِ اللَّهِ وَلِيًّا وَلَا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الذي يمنعكم من الله إن أراد بكم سوءًا، أو أراد بكم رحمة؟ ولا يجدون لهم من دون الله وليًّا ولا نصيرًا.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يَعْلَمُ اللَّهُ الْمُعَوِّقِينَ مِنكُمْ وَالْقَآئِلِينَ لِإِخْوَٰنِهِمْ هَلُمَّ إِلَيْنَا وَلَا يَأْتُونَ الْبَأْسَ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يعلم الله الذين يثبّطون غيرهم عن القتال، والقائلين لإخوانهم: تعالوا إلينا واتركوا محمدًا، ولا يحضرون القتال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أَشِحَّةً عَلَيْكُمْ فَإِذَا جَآءَ الْخَوْفُ رَأَيْتَهُمْ يَنظُرُونَ إِلَيْكَ تَدُورُ أَعْيُنُهُمْ كَالَّذِي يُغْشَىٰ عَلَيْهِ مِنَ الْمَوْتِ فَإِذَا ذَهَبَ الْخَوْفُ سَلَقُوكُم بِأَلْسِنَةٍ حِدَادٍ أَشِحَّةً عَلَى الْخَيْرِ أُوْلَـٰئِكَ لَمْ يُؤْمِنُواْ فَأَحْبَطَ اللَّهُ أَعْمَٰلَهُمْ وَكَانَ ذَٰلِكَ عَلَى اللَّهِ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بخلاء عليكم بالمساعدة، فإذا جاء الخوف رأيتهم ينظرون إليك تدور أعينهم كالذي يُغشى عليه من سكرات الموت، فإذا ذهب الخوف آذوكم بألسنة حادّة، حريصين على الغنيمة، أولئك لم يؤمنوا فأبطل الله أعمالهم.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يَحْسَبُونَ الْأَحْزَابَ لَمْ يَذْهَبُواْ وَإِن يَأْتِ الْأَحْزَابُ يَوَدُّواْ لَوْ أَنَّهُم بَادُونَ فِي الْأَعْرَابِ يَسْـَٔلُونَ عَنْ أَنبَآئِكُمْ وَلَوْ كَانُواْ فِيكُم مَّا قَٰتَلُواْ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يظن المنافقون من شدة خوفهم أن الأحزاب لم يرحلوا، وإن يأتِ الأحزاب مرة أخرى يتمنّوا لو أنهم في البادية مع الأعراب يسألون عن أخباركم، ولو كانوا معكم ما قاتلوا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كَانَ لَكُمْ فِي رَسُولِ اللَّهِ أُسْوَةٌ حَسَنَةٌ لِّمَن كَانَ يَرْجُواْ اللَّهَ وَالْيَوْمَ الْأخِرَ وَذَكَرَ اللَّهَ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كان لكم في رسول الله قدوة حسنة في أقواله وأفعاله وصبره، لمن كان يرجو ثواب الله واليوم الآخر، وذكر الله كثيرًا.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رَءَا الْمُؤْمِنُونَ الْأَحْزَابَ قَالُواْ هَٰذَا مَا وَعَدَنَا اللَّهُ وَرَسُولُهُ وَصَدَقَ اللَّهُ وَرَسُولُهُ وَمَا زَادَهُمْ إِلَّآ إِيمَٰنًا وَتَسْلِيمًا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رأى المؤمنون الأحزاب قالوا: هذا ما وعدنا الله ورسوله من الابتلاء ثم النصر، وصدق الله ورسوله، وما زادهم ذلك إلا إيمانًا وتسليمًا.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الْمُؤْمِنِينَ رِجَالٌ صَدَقُواْ مَا عَٰهَدُواْ اللَّهَ عَلَيْهِ فَمِنْهُم مَّن قَضَىٰ نَحْبَهُ وَمِنْهُم مَّن يَنتَظِرُ وَمَا بَدَّلُواْ تَبْدِيلًا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المؤمنين رجال صدقوا ما عاهدوا الله عليه من الثبات، فمنهم من مات شهيدًا، ومنهم من ينتظر، وما غيّروا عهدهم أبدًا. ونزلت في أنس بن النضر وأمثاله رضي الله عنهم (البخاري).</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لِّيَجْزِيَ اللَّهُ الصَّـٰدِقِينَ بِصِدْقِهِمْ وَيُعَذِّبَ الْمُنَٰفِقِينَ إِن شَآءَ أَوْ يَتُوبَ عَلَيْهِمْ إِنَّ اللَّهَ كَانَ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ليجزي الله الصادقين بصدقهم، ويعذّب المنافقين إن شاء أو يتوب عليهم، إن الله كان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وَرَدَّ اللَّهُ الَّذِينَ كَفَرُواْ بِغَيْظِهِمْ لَمْ يَنَالُواْ خَيْرًا وَكَفَى اللَّهُ الْمُؤْمِنِينَ الْقِتَالَ وَكَانَ اللَّهُ قَوِيًّا عَزِيزًا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وردّ الله الكفار مملوئين غيظًا لم ينالوا خيرًا، وكفى الله المؤمنين القتال بالريح والملائكة، وكان الله قويًّا عزيزًا.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وَأَنزَلَ الَّذِينَ ظَٰهَرُوهُم مِّنْ أَهْلِ الْكِتَٰبِ مِن صَيَاصِيهِمْ وَقَذَفَ فِي قُلُوبِهِمُ الرُّعْبَ فَرِيقًا تَقْتُلُونَ وَتَأْسِرُونَ فَرِيقًا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وأنزل الله يهود بني قريظة الذين أعانوا الأحزاب من حصونهم، وألقى في قلوبهم الخوف، فريقًا تقتلون وتأسرون فريقًا.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وَأَوْرَثَكُمْ أَرْضَهُمْ وَدِيَٰرَهُمْ وَأَمْوَٰلَهُمْ وَأَرْضًا لَّمْ تَطَـُٔوهَا وَكَانَ اللَّهُ عَلَىٰ كُلِّ شَيْءٍ 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وأورثكم أرضهم وديارهم وأموالهم، وأرضًا لم تطؤوها بعد، وكان الله على كل شيء قديرًا.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قُل لِّأَزْوَٰجِكَ إِن كُنتُنَّ تُرِدْنَ الْحَيَوٰةَ الدُّنْيَا وَزِينَتَهَا فَتَعَالَيْنَ أُمَتِّعْكُنَّ وَأُسَرِّحْكُنَّ سَرَاحًا جَمِيلًا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قل لأزواجك: إن كنتنّ تُردن الحياة الدنيا وزينتها، فتعالين أُعطكنّ شيئًا من المال، وأفارقكنّ فراقًا حسنًا.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كُنتُنَّ تُرِدْنَ اللَّهَ وَرَسُولَهُ وَالدَّارَ الْأخِرَةَ فَإِنَّ اللَّهَ أَعَدَّ لِلْمُحْسِنَٰتِ مِنكُنَّ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كنتنّ تُردن الله ورسوله والدار الآخرة، فإن الله أعدّ للمحسنات منكنّ أجرًا عظيمًا. فاخترن كلهن الله ورسوله.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يَٰنِسَآءَ النَّبِيِّ مَن يَأْتِ مِنكُنَّ بِفَٰحِشَةٍ مُّبَيِّنَةٍ يُضَٰعَفْ لَهَا الْعَذَابُ ضِعْفَيْنِ وَكَانَ ذَٰلِكَ عَلَى اللَّهِ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نساء النبي، من تفعل منكنّ معصية ظاهرة يُضاعف لها العذاب مرتين، لعِظَم مكانتكنّ، وكان ذلك على الله سهلًا.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السجدة</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أنس بن مالك رضي الله عنه في قوله تعالى: ﴿تتجافى جنوبهم عن المضاجع﴾: نزلت في انتظار الصلاة التي تُدعى العَتَمة (صلاة العشاء) (رواه الترمذي وصحّحه). وكان النبي صلى الله عليه وسلم يقرأ السجدة في فجر يوم الجمعة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أن القرآن حق من الله، وبيان مراحل خلق الإنسان، وحال المجرمين يوم القيامة، وصفات المؤمنين الذين يقومون الليل، وما أخفاه الله لهم من النعيم.</a:t>
            </a:r>
            <a:endParaRPr lang="ar-SA"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الْكِتَٰبِ لَا رَيْبَ فِيهِ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منزَّل لا شك فيه من رب العالمين.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افْتَرَىٰهُ بَلْ هُوَ الْحَقُّ مِن رَّبِّكَ لِتُنذِرَ قَوْمًا مَّآ أَتَىٰهُم مِّن نَّذِيرٍ مِّن قَبْلِكَ لَعَلَّهُمْ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يقولون: اختلقه محمد! بل هو الحق من ربك، لتُنذر قومًا ما أتاهم نذير قبلك لعلهم يهتدون.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خَلَقَ السَّمَٰوَٰتِ وَالْأَرْضَ وَمَا بَيْنَهُمَا فِي سِتَّةِ أَيَّامٍ ثُمَّ اسْتَوَىٰ عَلَى الْعَرْشِ مَا لَكُم مِّن دُونِهِ مِن وَلِيٍّ وَلَا شَفِيعٍ أَفَلَا تَتَذَكَّرُونَ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خلق السماوات والأرض وما بينهما في ستة أيام، ثم علا على العرش علوًّا يليق بجلاله، ما لكم من دونه من وليّ ولا شفيع، أفلا تتذكرون؟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يُدَبِّرُ الْأَمْرَ مِنَ السَّمَآءِ إِلَى الْأَرْضِ ثُمَّ يَعْرُجُ إِلَيْهِ فِي يَوْمٍ كَانَ مِقْدَارُهُ أَلْفَ سَنَةٍ مِّمَّا تَعُدُّونَ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يدبّر أمر الخلائق من السماء إلى الأرض، ثم يصعد إليه الأمر في يوم مقداره ألف سنة مما تعدّون.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عَٰلِمُ الْغَيْبِ وَالشَّهَٰدَةِ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الخالق المدبّر عالم الغيب والشهادة، العزيز الرحيم.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أَحْسَنَ كُلَّ شَيْءٍ خَلَقَهُ وَبَدَأَ خَلْقَ الْإِنسَٰنِ مِن 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أحسن خلق كل شيء، وبدأ خلق الإنسان آدم من طين.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جَعَلَ نَسْلَهُ مِن سُلَٰلَةٍ مِّن مَّآءٍ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جعل ذريته من ماء ضعيف.</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سَوَّىٰهُ وَنَفَخَ فِيهِ مِن رُّوحِهِ وَجَعَلَ لَكُمُ السَّمْعَ وَالْأَبْصَٰرَ وَالْأَفْـِٔدَةَ قَلِيلًا مَّا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سوّاه وأتمّ خلقه، ونفخ فيه الروح، وجعل لكم السمع والأبصار والعقول، قليلًا ما تشكرون.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أَءِذَا ضَلَلْنَا فِي الْأَرْضِ أَءِنَّا لَفِي خَلْقٍ جَدِيدٍ بَلْ هُم بِلِقَآءِ رَبِّهِمْ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أإذا تفرّقت أجسادنا في الأرض أإنا سنُخلق من جديد؟ بل هم بلقاء ربهم كافرون.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يَتَوَفَّىٰكُم مَّلَكُ الْمَوْتِ الَّذِي وُكِّلَ بِكُمْ ثُمَّ إِلَىٰ رَبِّكُمْ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يقبض أرواحكم ملك الموت الذي وُكّل بكم، ثم إلى ربكم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تَرَىٰ إِذِ الْمُجْرِمُونَ نَاكِسُواْ رُءُوسِهِمْ عِندَ رَبِّهِمْ رَبَّنَآ أَبْصَرْنَا وَسَمِعْنَا فَارْجِعْنَا نَعْمَلْ صَٰلِحًا إِنَّا مُوقِنُونَ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ترى إذ المجرمون خافضو رؤوسهم ذُلًّا عند ربهم يقولون: ربنا أبصرنا وسمعنا، فأرجعنا إلى الدنيا نعمل صالحًا، إنا موقنون الآن.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شِئْنَا لَأتَيْنَا كُلَّ نَفْسٍ هُدَىٰهَا وَلَٰكِنْ حَقَّ الْقَوْلُ مِنِّي لَأَمْلَأَنَّ جَهَنَّمَ مِنَ الْجِنَّةِ وَالنَّاسِ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شئنا لهدينا كل نفس، ولكن وجب قولي: لأملأنّ جهنم من الجن والناس الكافرين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فَذُوقُواْ بِمَا نَسِيتُمْ لِقَآءَ يَوْمِكُمْ هَٰذَآ إِنَّا نَسِينَٰكُمْ وَذُوقُواْ عَذَابَ الْخُلْدِ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فذوقوا العذاب بنسيانكم لقاء هذا اليوم، إنا تركناكم في العذاب، وذوقوا العذاب الدائم بأعمالكم.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يُؤْمِنُ بِـَٔايَٰتِنَا الَّذِينَ إِذَا ذُكِّرُواْ بِهَا خَرُّواْ سُجَّدًا وَسَبَّحُواْ بِحَمْدِ رَبِّهِمْ وَهُمْ لَا يَسْتَكْبِرُونَ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يؤمن بآياتنا الذين إذا ذُكّروا بها سجدوا لله، وسبّحوا بحمد ربهم، وهم لا يتكبّرون.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99032"/>
            <a:ext cx="548640" cy="548640"/>
          </a:xfrm>
          <a:prstGeom prst="star8">
            <a:avLst/>
          </a:prstGeom>
          <a:solidFill>
            <a:schemeClr val="accent2"/>
          </a:solidFill>
          <a:ln/>
        </p:spPr>
      </p:sp>
      <p:sp>
        <p:nvSpPr>
          <p:cNvPr id="6" name="Shape 4"/>
          <p:cNvSpPr/>
          <p:nvPr/>
        </p:nvSpPr>
        <p:spPr>
          <a:xfrm>
            <a:off x="11036808" y="150876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9903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8074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تَتَجَافَىٰ جُنُوبُهُمْ عَنِ الْمَضَاجِعِ يَدْعُونَ رَبَّهُمْ خَوْفًا وَطَمَعًا وَمِمَّا رَزَقْنَٰهُمْ يُنفِقُونَ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تتباعد جنوبهم عن الفراش لقيام الليل، يدعون ربهم خوفًا من عذابه وطمعًا في رحمته، ومما رزقناهم ينفقون.</a:t>
            </a:r>
            <a:endParaRPr lang="ar-SA" sz="3200" dirty="0"/>
          </a:p>
        </p:txBody>
      </p:sp>
      <p:sp>
        <p:nvSpPr>
          <p:cNvPr id="9" name="Shape 7"/>
          <p:cNvSpPr/>
          <p:nvPr/>
        </p:nvSpPr>
        <p:spPr>
          <a:xfrm>
            <a:off x="2103120" y="2843784"/>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026664"/>
            <a:ext cx="10012680" cy="164592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تَعْلَمُ نَفْسٌ مَّآ أُخْفِيَ لَهُم مِّن قُرَّةِ أَعْيُنٍ جَزَآءً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تعلم نفس ما أخفى الله لهم من النعيم الذي تقرّ به الأعين، جزاءً بما كانوا يعملون. وقال النبي صلى الله عليه وسلم: قال الله: «أعددت لعبادي الصالحين ما لا عين رأت، ولا أذن سمعت، ولا خطر على قلب بشر» (البخاري ومسلم).</a:t>
            </a:r>
            <a:endParaRPr lang="ar-SA" sz="3200" dirty="0"/>
          </a:p>
        </p:txBody>
      </p:sp>
      <p:sp>
        <p:nvSpPr>
          <p:cNvPr id="14" name="Shape 12"/>
          <p:cNvSpPr/>
          <p:nvPr/>
        </p:nvSpPr>
        <p:spPr>
          <a:xfrm>
            <a:off x="2103120" y="4828032"/>
            <a:ext cx="8641080" cy="0"/>
          </a:xfrm>
          <a:prstGeom prst="line">
            <a:avLst/>
          </a:prstGeom>
          <a:noFill/>
          <a:ln w="9525">
            <a:solidFill>
              <a:schemeClr val="accent2"/>
            </a:solidFill>
            <a:prstDash val="dash"/>
          </a:ln>
        </p:spPr>
      </p:sp>
      <p:sp>
        <p:nvSpPr>
          <p:cNvPr id="15" name="Shape 13"/>
          <p:cNvSpPr/>
          <p:nvPr/>
        </p:nvSpPr>
        <p:spPr>
          <a:xfrm>
            <a:off x="10927080" y="5029200"/>
            <a:ext cx="548640" cy="548640"/>
          </a:xfrm>
          <a:prstGeom prst="star8">
            <a:avLst/>
          </a:prstGeom>
          <a:solidFill>
            <a:schemeClr val="accent2"/>
          </a:solidFill>
          <a:ln/>
        </p:spPr>
      </p:sp>
      <p:sp>
        <p:nvSpPr>
          <p:cNvPr id="16" name="Shape 14"/>
          <p:cNvSpPr/>
          <p:nvPr/>
        </p:nvSpPr>
        <p:spPr>
          <a:xfrm>
            <a:off x="11036808" y="513892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92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501091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كَانَ مُؤْمِنًا كَمَن كَانَ فَاسِقًا لَّا يَسْتَوُنَ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كان مؤمنًا كمن كان خارجًا عن طاعة الله؟ لا يستوون.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أَمَّا الَّذِينَ ءَامَنُواْ وَعَمِلُواْ الصَّـٰلِحَٰتِ فَلَهُمْ جَنَّـٰتُ الْمَأْوَىٰ نُزُلًا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أما المؤمنون الصالحون فلهم جنات المأوى ضيافةً بما كانوا يعملون.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فَسَقُواْ فَمَأْوَىٰهُمُ النَّارُ كُلَّمَآ أَرَادُواْ أَن يَخْرُجُواْ مِنْهَآ أُعِيدُواْ فِيهَا وَقِيلَ لَهُمْ ذُوقُواْ عَذَابَ النَّارِ الَّذِي كُنتُم بِهِ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الفاسقون فمقامهم النار، كلما أرادوا أن يخرجوا منها أُعيدوا فيها، وقيل لهم: ذوقوا عذاب النار الذي كنتم به تكذّبون.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وَلَنُذِيقَنَّهُم مِّنَ الْعَذَابِ الْأَدْنَىٰ دُونَ الْعَذَابِ الْأَكْبَرِ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ولنذيقنّهم من مصائب الدنيا قبل عذاب الآخرة الأكبر، لعلهم يرجعون إلى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ذُكِّرَ بِـَٔايَٰتِ رَبِّهِ ثُمَّ أَعْرَضَ عَنْهَآ إِنَّا مِنَ الْمُجْرِمِينَ مُنتَقِمُونَ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ذُكّر بآيات ربه ثم أعرض عنها، إنا من المجرمين منتقمون.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الْكِتَٰبَ فَلَا تَكُن فِي مِرْيَةٍ مِّن لِّقَآئِهِ وَجَعَلْنَٰهُ هُدًى لِّبَنِي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التوراة، فلا تكن في شك من لقائك موسى ليلة الإسراء، وجعلناها هدى لبني إسرائيل.</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مِنْهُمْ أَئِمَّةً يَهْدُونَ بِأَمْرِنَا لَمَّا صَبَرُواْ وَكَانُواْ بِـَٔايَٰتِنَا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منهم أئمة يهدون الناس بأمرنا لما صبروا، وكانوا بآياتنا يوقنون.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هُوَ يَفْصِلُ بَيْنَهُمْ يَوْمَ الْقِيَٰمَةِ فِيمَا كَانُواْ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هو يحكم بينهم يوم القيامة فيما كانوا فيه يختلفون.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يَهْدِ لَهُمْ كَمْ أَهْلَكْنَا مِن قَبْلِهِم مِّنَ الْقُرُونِ يَمْشُونَ فِي مَسَٰكِنِهِمْ إِنَّ فِي ذَٰلِكَ لَأيَٰتٍ أَفَلَا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يتبيّن لهم كم أهلكنا قبلهم من الأمم، وهم يمشون في مساكنهم؟ إن في ذلك لعبرًا، أفلا يسمعون؟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أَنَّا نَسُوقُ الْمَآءَ إِلَى الْأَرْضِ الْجُرُزِ فَنُخْرِجُ بِهِ زَرْعًا تَأْكُلُ مِنْهُ أَنْعَٰمُهُمْ وَأَنفُسُهُمْ أَفَلَا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أنا نسوق المطر إلى الأرض اليابسة، فنُخرج به زرعًا تأكل منه أنعامهم وأنفسهم؟ أفلا يُبصرون؟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السجدة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الْفَتْحُ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متى هذا الحكم والنصر إن كنتم صادقين؟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يَوْمَ الْفَتْحِ لَا يَنفَعُ الَّذِينَ كَفَرُواْ إِيمَٰنُهُمْ وَلَا 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يوم الحكم والعذاب لا ينفع الكفار إيمانهم، ولا هم يُمهَلون.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فَأَعْرِضْ عَنْهُمْ وَانتَظِرْ إِنَّهُم مُّنتَظِرُونَ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وانتظر ما يحلّ بهم، إنهم منتظرون.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لقمان</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٣٤</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سعد بن أبي وقاص رضي الله عنه: لما أسلمتُ حلفت أمي ألّا تأكل ولا تشرب حتى أكفر بمحمد، فنزلت: ﴿وإن جاهداك على أن تُشرك بي ما ليس لك به علم فلا تطعهما وصاحبهما في الدنيا معروفًا﴾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صفات المحسنين المهتدين بالقرآن، ووصايا لقمان الحكيم لابنه في التوحيد وبرّ الوالدين والصلاة والأخلاق، وبيان مفاتح الغيب الخمسة التي لا يعلمها إلا الله.</a:t>
            </a:r>
            <a:endParaRPr lang="ar-SA"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ءَايَٰتُ الْكِتَٰبِ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آيات القرآن المحكم.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هُدًى وَرَحْمَةً لِّلْمُحْسِنِينَ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هدى ورحمة للمحسنين.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يُقِيمُونَ الصَّلَوٰةَ وَيُؤْتُونَ الزَّكَوٰةَ وَهُم بِالْأخِرَةِ هُمْ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يقيمون الصلاة، ويؤتون الزكاة، وهم بالآخرة موقنون.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عَلَىٰ هُدًى مِّن رَّبِّهِمْ وَأُوْلَـٰئِكَ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على هدى من ربهم، وأولئك هم الفائزون.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النَّاسِ مَن يَشْتَرِي لَهْوَ الْحَدِيثِ لِيُضِلَّ عَن سَبِيلِ اللَّهِ بِغَيْرِ عِلْمٍ وَيَتَّخِذَهَا هُزُوًا أُوْلَـٰئِكَ لَهُمْ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الناس من يشتري الكلام الباطل اللاهي كالغناء، ليُضل الناس عن دين الله بغير علم، ويتّخذ آيات الله سخرية، أولئك لهم عذاب مُذلّ.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 ءَايَٰتُنَا وَلَّىٰ مُسْتَكْبِرًا كَأَن لَّمْ يَسْمَعْهَا كَأَنَّ فِي أُذُنَيْهِ وَقْرًا فَبَشِّرْهُ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قُرئت عليه آياتنا أعرض متكبّرًا كأنه لم يسمعها، كأن في أذنيه صممًا، فبشّره بعذاب موجع.</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لَهُمْ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لهم جنات النعيم.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وَعْدَ اللَّهِ حَقًّا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وعدًا من الله حقًّا،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السَّمَٰوَٰتِ بِغَيْرِ عَمَدٍ تَرَوْنَهَا وَأَلْقَىٰ فِي الْأَرْضِ رَوَٰسِيَ أَن تَمِيدَ بِكُمْ وَبَثَّ فِيهَا مِن كُلِّ دَآبَّةٍ وَأَنزَلْنَا مِنَ السَّمَآءِ مَآءً فَأَنبَتْنَا فِيهَا مِن كُلِّ زَوْجٍ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السماوات بغير أعمدة ترونها، وألقى في الأرض جبالًا ثابتة لئلّا تضطرب بكم، ونشر فيها من كل دابة، وأنزلنا من السماء مطرًا فأنبتنا فيها من كل صنف حسن.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خَلْقُ اللَّهِ فَأَرُونِي مَاذَا خَلَقَ الَّذِينَ مِن دُونِهِ بَلِ الظَّـٰلِمُونَ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خلق الله، فأروني ماذا خلقت آلهتكم من دونه؟ بل الظالمون في ضلال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لُقْمَٰنَ الْحِكْمَةَ أَنِ اشْكُرْ لِلَّهِ وَمَن يَشْكُرْ فَإِنَّمَا يَشْكُرُ لِنَفْسِهِ وَمَن كَفَرَ فَإِنَّ اللَّهَ غَنِيٌّ 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أعطينا لقمان الحكمة والفهم، وقلنا له: اشكر لله، ومن يشكر فإنما يشكر لنفسه، ومن كفر فإن الله غني محمود.</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لُقْمَٰنُ لِابْنِهِ وَهُوَ يَعِظُهُ يَٰبُنَيَّ لَا تُشْرِكْ بِاللَّهِ إِنَّ الشِّرْكَ لَظُلْمٌ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لقمان لابنه وهو ينصحه: يا بُنيّ لا تُشرك بالله، إن الشرك لظلم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وَوَصَّيْنَا الْإِنسَٰنَ بِوَٰلِدَيْهِ حَمَلَتْهُ أُمُّهُ وَهْنًا عَلَىٰ وَهْنٍ وَفِصَٰلُهُ فِي عَامَيْنِ أَنِ اشْكُرْ لِي وَلِوَٰلِدَيْكَ إِلَيَّ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ووصّينا الإنسان بوالديه برًّا وإحسانًا، حملته أمه ضعفًا على ضعف، وفطامه في عامين، وقلنا له: اشكر لي ولوالديك، إليّ المرجع.</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جَٰهَدَاكَ عَلَىٰ أَن تُشْرِكَ بِي مَا لَيْسَ لَكَ بِهِ عِلْمٌ فَلَا تُطِعْهُمَا وَصَاحِبْهُمَا فِي الدُّنْيَا مَعْرُوفًا وَاتَّبِعْ سَبِيلَ مَنْ أَنَابَ إِلَيَّ ثُمَّ إِلَيَّ مَرْجِعُكُمْ فَأُنَبِّئُكُم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اجتهد والداك على أن تُشرك بي فلا تطعهما، وصاحبهما في الدنيا بالمعروف والإحسان، واتّبع طريق من رجع إليّ من المؤمنين، ثم إليّ مرجعكم فأخبركم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إِنَّهَآ إِن تَكُ مِثْقَالَ حَبَّةٍ مِّنْ خَرْدَلٍ فَتَكُن فِي صَخْرَةٍ أَوْ فِي السَّمَٰوَٰتِ أَوْ فِي الْأَرْضِ يَأْتِ بِهَا اللَّهُ إِنَّ اللَّهَ لَطِيفٌ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إن العمل ولو كان وزن حبة خردل صغيرة، في صخرة أو في السماوات أو في الأرض، يأتِ بها الله يوم القيامة، إن الله لطيف خبير.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أَقِمِ الصَّلَوٰةَ وَأْمُرْ بِالْمَعْرُوفِ وَانْهَ عَنِ الْمُنكَرِ وَاصْبِرْ عَلَىٰ مَآ أَصَابَكَ إِنَّ ذَٰلِكَ مِنْ عَزْمِ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أقم الصلاة، وأمر بالمعروف، وانهَ عن المنكر، واصبر على ما أصابك من الأذى، إن ذلك من الأمور الواجبة التي تحتاج إلى عزيمة.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تُصَعِّرْ خَدَّكَ لِلنَّاسِ وَلَا تَمْشِ فِي الْأَرْضِ مَرَحًا إِنَّ اللَّهَ لَا يُحِبُّ كُلَّ مُخْتَالٍ فَخُورٍ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تُمِل وجهك عن الناس تكبّرًا، ولا تمشِ في الأرض متبخترًا، إن الله لا يحب كل متكبّر فخور.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وَاقْصِدْ فِي مَشْيِكَ وَاغْضُضْ مِن صَوْتِكَ إِنَّ أَنكَرَ الْأَصْوَٰتِ لَصَوْتُ الْحَمِيرِ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وتوسّط في مشيك بين السرعة والبطء، واخفض من صوتك، إن أقبح الأصوات لصوت الحمير.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تَرَوْاْ أَنَّ اللَّهَ سَخَّرَ لَكُم مَّا فِي السَّمَٰوَٰتِ وَمَا فِي الْأَرْضِ وَأَسْبَغَ عَلَيْكُمْ نِعَمَهُ ظَٰهِرَةً وَبَاطِنَةً وَمِنَ النَّاسِ مَن يُجَٰدِلُ فِي اللَّهِ بِغَيْرِ عِلْمٍ وَلَا هُدًى وَلَا كِتَٰبٍ مُّنِيرٍ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تروا أن الله ذلّل لكم ما في السماوات وما في الأرض، وأتمّ عليكم نعمه الظاهرة والباطنة؟ ومن الناس من يجادل في الله بغير علم ولا هدى ولا كتاب مضيء.</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اتَّبِعُواْ مَآ أَنزَلَ اللَّهُ قَالُواْ بَلْ نَتَّبِعُ مَا وَجَدْنَا عَلَيْهِ ءَابَآءَنَآ أَوَلَوْ كَانَ الشَّيْطَٰنُ يَدْعُوهُمْ إِلَىٰ عَذَابِ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اتّبعوا ما أنزل الله، قالوا: بل نتّبع ما وجدنا عليه آباءنا، أيتّبعونهم ولو كان الشيطان يدعوهم إلى عذاب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يُسْلِمْ وَجْهَهُ إِلَى اللَّهِ وَهُوَ مُحْسِنٌ فَقَدِ اسْتَمْسَكَ بِالْعُرْوَةِ الْوُثْقَىٰ وَإِلَى اللَّهِ عَٰقِبَةُ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يُخلص عبادته لله وهو محسن في عمله، فقد تمسّك بأقوى سبب للنجاة، وإلى الله نهاية الأمور.</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كَفَرَ فَلَا يَحْزُنكَ كُفْرُهُ إِلَيْنَا مَرْجِعُهُمْ فَنُنَبِّئُهُم بِمَا عَمِلُواْ إِنَّ اللَّهَ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كفر فلا يُحزنك كفره، إلينا مرجعهم فنخبرهم بأعمالهم، إن الله عليم بما في الصدور.</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نُمَتِّعُهُمْ قَلِيلًا ثُمَّ نَضْطَرُّهُمْ إِلَىٰ عَذَابٍ غَلِيظٍ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نمتّعهم في الدنيا قليلًا، ثم نُلجئهم إلى عذاب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لَيَقُولُنَّ اللَّهُ قُلِ الْحَمْدُ لِلَّهِ بَلْ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سألتهم: من خلق السماوات والأرض؟ ليقولُنّ: الله، قل: الحمد لله، بل أكثرهم لا يعلمون.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لِلَّهِ مَا فِي السَّمَٰوَٰتِ وَالْأَرْضِ إِنَّ اللَّهَ هُوَ الْغَنِيُّ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لله ما في السماوات والأرض، إن الله هو الغني المحمود.</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أَنَّمَا فِي الْأَرْضِ مِن شَجَرَةٍ أَقْلَٰمٌ وَالْبَحْرُ يَمُدُّهُ مِن بَعْدِهِ سَبْعَةُ أَبْحُرٍ مَّا نَفِدَتْ كَلِمَٰتُ اللَّهِ إِنَّ 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 أشجار الأرض كلها أقلام، والبحر حبر يمدّه سبعة أبحر مثله، ما انتهت كلمات الله، إن الله عزيز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خَلْقُكُمْ وَلَا بَعْثُكُمْ إِلَّا كَنَفْسٍ وَٰحِدَةٍ إِنَّ اللَّهَ سَمِيعٌ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خلقكم ولا بعثكم عند الله إلا كخلق نفس واحدة وبعثها، إن الله سميع بصير.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يُولِجُ الَّيْلَ فِي النَّهَارِ وَيُولِجُ النَّهَارَ فِي الَّيْلِ وَسَخَّرَ الشَّمْسَ وَالْقَمَرَ كُلٌّ يَجْرِي إِلَىٰ أَجَلٍ مُّسَمًّى وَأَنَّ اللَّهَ بِمَا تَعْمَلُونَ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يُدخل الليل في النهار ويُدخل النهار في الليل، وذلّل الشمس والقمر، كلٌّ يجري إلى وقت محدد، وأن الله بما تعملون خبير؟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اللَّهَ هُوَ الْحَقُّ وَأَنَّ مَا يَدْعُونَ مِن دُونِهِ الْبَٰطِلُ وَأَنَّ اللَّهَ هُوَ الْعَلِيُّ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 الله هو الحق، وأن ما يعبدون من دونه الباطل، وأن الله هو العليّ الكبير.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الْفُلْكَ تَجْرِي فِي الْبَحْرِ بِنِعْمَتِ اللَّهِ لِيُرِيَكُم مِّنْ ءَايَٰتِهِ إِنَّ فِي ذَٰلِكَ لَأيَٰتٍ لِّكُلِّ صَبَّارٍ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السفن تجري في البحر بنعمة الله، ليُريكم من دلائل قدرته؟ إن في ذلك لدلائل لكل صبّار شكور.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غَشِيَهُم مَّوْجٌ كَالظُّلَلِ دَعَوُاْ اللَّهَ مُخْلِصِينَ لَهُ الدِّينَ فَلَمَّا نَجَّىٰهُمْ إِلَى الْبَرِّ فَمِنْهُم مُّقْتَصِدٌ وَمَا يَجْحَدُ بِـَٔايَٰتِنَآ إِلَّا كُلُّ خَتَّارٍ 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غطّاهم موج كالجبال والسحاب دعوا الله مخلصين له الدعاء، فلما نجّاهم إلى البرّ فمنهم متوسّط، وما يجحد بآياتنا إلا كل غدّار جحود.</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اتَّقُواْ رَبَّكُمْ وَاخْشَوْاْ يَوْمًا لَّا يَجْزِي وَالِدٌ عَن وَلَدِهِ وَلَا مَوْلُودٌ هُوَ جَازٍ عَن وَالِدِهِ شَيْـًٔا إِنَّ وَعْدَ اللَّهِ حَقٌّ فَلَا تَغُرَّنَّكُمُ الْحَيَوٰةُ الدُّنْيَا وَلَا يَغُرَّنَّكُم بِاللَّهِ الْغَرُورُ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اتقوا ربكم، واخشوا يومًا لا يُغني فيه والد عن ولده، ولا ولد عن والده شيئًا، إن وعد الله حق، فلا تخدعنّكم الحياة الدنيا، ولا يخدعنّكم الشيطان.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لقمان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عِندَهُ عِلْمُ السَّاعَةِ وَيُنَزِّلُ الْغَيْثَ وَيَعْلَمُ مَا فِي الْأَرْحَامِ وَمَا تَدْرِي نَفْسٌ مَّاذَا تَكْسِبُ غَدًا وَمَا تَدْرِي نَفْسٌ بِأَيِّ أَرْضٍ تَمُوتُ إِنَّ اللَّهَ عَلِيمٌ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عنده وحده علم وقت القيامة، ويُنزل المطر، ويعلم ما في الأرحام، وما تدري نفس ماذا تعمل غدًا، وما تدري نفس بأي أرض تموت، إن الله عليم خبير. وهذه مفاتح الغيب الخمسة.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الروم</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٦٠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كان المشركون يحبّون أن تظهر فارس على الروم لأنهم أهل أوثان، وكان المسلمون يحبّون أن تظهر الروم لأنهم أهل كتاب، فلما غلبت فارسُ الرومَ نزلت: ﴿الم غُلبت الروم...﴾، فغلبت الروم بعد بضع سنين كما أخبر القرآن (رواه الترمذي وأحمد).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إخبار القرآن بنصر الروم بعد هزيمتهم معجزةً صادقة، وعرض آيات الله في الخلق والزواج واختلاف الألسنة والألوان، وأن الإسلام دين الفطرة.</a:t>
            </a:r>
            <a:endParaRPr lang="ar-SA"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غُلِبَتِ الرُّومُ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هُزمت الروم أمام الفرس.</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أَدْنَى الْأَرْضِ وَهُم مِّن بَعْدِ غَلَبِهِمْ سَيَغْلِبُونَ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أقرب الأرض إلى بلاد العرب، وهم من بعد هزيمتهم سينتصرون.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بِضْعِ سِنِينَ لِلَّهِ الْأَمْرُ مِن قَبْلُ وَمِن بَعْدُ وَيَوْمَئِذٍ يَفْرَحُ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بضع سنين، أي بين الثلاث والتسع، لله الأمر من قبل النصر ومن بعده، ويوم ينتصر الروم يفرح المؤمنون.</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بِنَصْرِ اللَّهِ يَنصُرُ مَن يَشَآءُ وَهُوَ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بنصر الله، ينصر من يشاء، وهو العزيز الرحيم. ووافق ذلك يوم انتصار المسلمين في بدر.</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وَعْدَ اللَّهِ لَا يُخْلِفُ اللَّهُ وَعْدَهُ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وعدَ الله ذلك وعدًا، لا يُخلف الله وعده، ولكن أكثر الناس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يَعْلَمُونَ ظَٰهِرًا مِّنَ الْحَيَوٰةِ الدُّنْيَا وَهُمْ عَنِ الْأخِرَةِ هُمْ 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يعلمون ظاهر الحياة الدنيا من المعاش والتجارة، وهم عن الآخرة غافلون.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يَتَفَكَّرُواْ فِي أَنفُسِهِم مَّا خَلَقَ اللَّهُ السَّمَٰوَٰتِ وَالْأَرْضَ وَمَا بَيْنَهُمَآ إِلَّا بِالْحَقِّ وَأَجَلٍ مُّسَمًّى وَإِنَّ كَثِيرًا مِّنَ النَّاسِ بِلِقَآيِٕ رَبِّهِمْ 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يتفكّروا في أنفسهم؟ ما خلق الله السماوات والأرض وما بينهما إلا بالحق ولأجل محدد، وإن كثيرًا من الناس بلقاء ربهم 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يَسِيرُواْ فِي الْأَرْضِ فَيَنظُرُواْ كَيْفَ كَانَ عَٰقِبَةُ الَّذِينَ مِن قَبْلِهِمْ كَانُواْ أَشَدَّ مِنْهُمْ قُوَّةً وَأَثَارُواْ الْأَرْضَ وَعَمَرُوهَآ أَكْثَرَ مِمَّا عَمَرُوهَا وَجَآءَتْهُمْ رُسُلُهُم بِالْبَيِّنَٰتِ فَمَا كَانَ اللَّهُ لِيَظْلِمَهُمْ وَلَٰكِن كَانُواْ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يسيروا في الأرض فينظروا كيف كانت عاقبة الأمم قبلهم؟ كانوا أشد منهم قوة، وحرثوا الأرض وعمّروها أكثر مما عمّروها، وجاءتهم رسلهم بالبينات، فما ظلمهم الله، ولكن ظلموا أنفسهم.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كَانَ عَٰقِبَةَ الَّذِينَ أَسَـٰـُٔواْ السُّوأَىٰ أَن كَذَّبُواْ بِـَٔايَٰتِ اللَّهِ وَكَانُواْ بِهَا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كانت عاقبة الذين أساؤوا أسوأ العقوبات، لأنهم كذّبوا بآيات الله واستهزؤوا 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يَبْدَؤُاْ الْخَلْقَ ثُمَّ يُعِيدُهُ ثُمَّ 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يبدأ الخلق ثم يُعيده بعد الموت، ثم إليه ترجعون.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تَقُومُ السَّاعَةُ يُبْلِسُ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تقوم القيامة ييأس المجرمون من كل خير.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 يَكُن لَّهُم مِّن شُرَكَآئِهِمْ شُفَعَـٰؤُاْ وَكَانُواْ بِشُرَكَآئِهِمْ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 يكن لهم من آلهتهم شفعاء، وكانوا بها كافرين متبرّئين منها.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تَقُومُ السَّاعَةُ يَوْمَئِذٍ يَتَفَرَّقُونَ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تقوم القيامة يتفرّق الناس فريقين.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الَّذِينَ ءَامَنُواْ وَعَمِلُواْ الصَّـٰلِحَٰتِ فَهُمْ فِي رَوْضَةٍ يُحْبَرُونَ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المؤمنون الصالحون فهم في رياض الجنة يُسرّون ويُنعَّمون.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كَفَرُواْ وَكَذَّبُواْ بِـَٔايَٰتِنَا وَلِقَآيِٕ الْأخِرَةِ فَأُوْلَـٰئِكَ فِي الْعَذَابِ 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الكفار المكذّبون بآياتنا ولقاء الآخرة فأولئك في العذاب حاضرون.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فَسُبْحَٰنَ اللَّهِ حِينَ تُمْسُونَ وَحِينَ تُصْبِحُونَ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فسبّحوا الله حين تدخلون في المساء وحين تدخلون في الصباح.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الْحَمْدُ فِي السَّمَٰوَٰتِ وَالْأَرْضِ وَعَشِيًّا وَحِينَ تُظْهِرُونَ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الحمد في السماوات والأرض، وسبّحوه في العشيّ وحين تدخلون في الظهيرة.</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يُخْرِجُ الْحَيَّ مِنَ الْمَيِّتِ وَيُخْرِجُ الْمَيِّتَ مِنَ الْحَيِّ وَيُحْيِ الْأَرْضَ بَعْدَ مَوْتِهَا وَكَذَٰلِكَ تُخْرَجُونَ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يُخرج الحي من الميت كالنبات من الحبة، ويُخرج الميت من الحي، ويُحيي الأرض بعد موتها، وكذلك تُخرجون من قبوركم.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أَنْ خَلَقَكُم مِّن تُرَابٍ ثُمَّ إِذَآ أَنتُم بَشَرٌ تَنتَشِرُونَ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أن خلقكم من تراب، ثم إذا أنتم بشر تنتشرون في 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أَنْ خَلَقَ لَكُم مِّنْ أَنفُسِكُمْ أَزْوَٰجًا لِّتَسْكُنُواْ إِلَيْهَا وَجَعَلَ بَيْنَكُم مَّوَدَّةً وَرَحْمَةً إِنَّ فِي ذَٰلِكَ لَأيَٰتٍ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أن خلق لكم من جنسكم زوجات لتطمئنّوا إليها، وجعل بينكم محبة ورحمة، إن في ذلك لدلائل لقوم يتفكرون.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خَلْقُ السَّمَٰوَٰتِ وَالْأَرْضِ وَاخْتِلَٰفُ أَلْسِنَتِكُمْ وَأَلْوَٰنِكُمْ إِنَّ فِي ذَٰلِكَ لَأيَٰتٍ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خلق السماوات والأرض، واختلاف لغاتكم وألوانكم، إن في ذلك لدلائل للعالِمين.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مَنَامُكُم بِالَّيْلِ وَالنَّهَارِ وَابْتِغَآؤُكُم مِّن فَضْلِهِ إِنَّ فِي ذَٰلِكَ لَأيَٰتٍ لِّقَوْمٍ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نومكم بالليل والنهار، وسعيكم في طلب الرزق، إن في ذلك لدلائل لقوم يسمعون.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يُرِيكُمُ الْبَرْقَ خَوْفًا وَطَمَعًا وَيُنَزِّلُ مِنَ السَّمَآءِ مَآءً فَيُحْيِ بِهِ الْأَرْضَ بَعْدَ مَوْتِهَآ إِنَّ فِي ذَٰلِكَ لَأيَٰتٍ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أن يُريكم البرق فتخافون من الصواعق وتطمعون في المطر، ويُنزل من السماء ماء فيُحيي به الأرض بعد موتها، إن في ذلك لدلائل لقوم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أَن تَقُومَ السَّمَآءُ وَالْأَرْضُ بِأَمْرِهِ ثُمَّ إِذَا دَعَاكُمْ دَعْوَةً مِّنَ الْأَرْضِ إِذَآ أَنتُمْ تَخْرُجُونَ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أن تقوم السماء والأرض ثابتتين بأمره، ثم إذا دعاكم دعوة واحدة من الأرض إذا أنتم تخرجون.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مَن فِي السَّمَٰوَٰتِ وَالْأَرْضِ كُلٌّ لَّهُ قَٰنِتُونَ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من في السماوات والأرض ملكًا وعبيدًا، كلٌّ له خاضعون.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يَبْدَؤُاْ الْخَلْقَ ثُمَّ يُعِيدُهُ وَهُوَ أَهْوَنُ عَلَيْهِ وَلَهُ الْمَثَلُ الْأَعْلَىٰ فِي السَّمَٰوَٰتِ وَالْأَرْضِ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يبدأ الخلق ثم يُعيده، والإعادة أسهل عليه في تصوّركم، وله الوصف الأعلى في السماوات والأرض، وهو العزيز الحكيم.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ضَرَبَ لَكُم مَّثَلًا مِّنْ أَنفُسِكُمْ هَل لَّكُم مِّن مَّا مَلَكَتْ أَيْمَٰنُكُم مِّن شُرَكَآءَ فِي مَا رَزَقْنَٰكُمْ فَأَنتُمْ فِيهِ سَوَآءٌ تَخَافُونَهُمْ كَخِيفَتِكُمْ أَنفُسَكُمْ كَذَٰلِكَ نُفَصِّلُ الْأيَٰتِ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ضرب لكم مثلًا من أنفسكم: هل ترضون أن يشارككم عبيدكم في أموالكم فتكونوا فيها سواء تخافونهم كما تخافون بعضكم؟ فكيف تجعلون لله شركاء من عبيده؟ كذلك نبيّن الآيات لقوم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اتَّبَعَ الَّذِينَ ظَلَمُواْ أَهْوَآءَهُم بِغَيْرِ عِلْمٍ فَمَن يَهْدِي مَنْ أَضَلَّ اللَّهُ وَمَا لَهُم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اتّبع الظالمون أهواءهم بغير علم، فمن يهدي من أضلّه الله؟ وما لهم من ناصرين.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فَأَقِمْ وَجْهَكَ لِلدِّينِ حَنِيفًا فِطْرَتَ اللَّهِ الَّتِي فَطَرَ النَّاسَ عَلَيْهَا لَا تَبْدِيلَ لِخَلْقِ اللَّهِ ذَٰلِكَ الدِّينُ الْقَيِّمُ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فأقم وجهك للدين مائلًا عن الشرك إلى التوحيد، وهو الفطرة التي خلق الله الناس عليها، لا تغيير لدين الله، ذلك الدين المستقيم، ولكن أكثر الناس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مُنِيبِينَ إِلَيْهِ وَاتَّقُوهُ وَأَقِيمُواْ الصَّلَوٰةَ وَلَا تَكُونُواْ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راجعين إليه بالتوبة، واتقوه، وأقيموا الصلاة، ولا تكونوا من المشركين.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الَّذِينَ فَرَّقُواْ دِينَهُمْ وَكَانُواْ شِيَعًا كُلُّ حِزْبٍ بِمَا لَدَيْهِمْ فَرِحُونَ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الذين فرّقوا دينهم وصاروا أحزابًا، كل حزب فرح بما عنده.</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مَسَّ النَّاسَ ضُرٌّ دَعَوْاْ رَبَّهُم مُّنِيبِينَ إِلَيْهِ ثُمَّ إِذَآ أَذَاقَهُم مِّنْهُ رَحْمَةً إِذَا فَرِيقٌ مِّنْهُم بِرَبِّهِمْ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أصاب الناس ضرّ دعوا ربهم راجعين إليه، ثم إذا أذاقهم رحمة إذا فريق منهم يُشركون بربهم.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لِيَكْفُرُواْ بِمَآ ءَاتَيْنَٰهُمْ فَتَمَتَّعُواْ فَسَوْفَ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ليجحدوا ما أعطيناهم من النعم، فتمتّعوا قليلًا، فسوف تعلمون عاقبتكم.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أَنزَلْنَا عَلَيْهِمْ سُلْطَٰنًا فَهُوَ يَتَكَلَّمُ بِمَا كَانُواْ بِهِ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أنزلنا عليهم حجة تشهد بصحة شركهم؟ لا.</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أَذَقْنَا النَّاسَ رَحْمَةً فَرِحُواْ بِهَا وَإِن تُصِبْهُمْ سَيِّئَةٌ بِمَا قَدَّمَتْ أَيْدِيهِمْ إِذَا هُمْ يَقْنَطُونَ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أذقنا الناس نعمة فرحوا بها فرح بطر، وإن تُصبهم مصيبة بسبب ذنوبهم إذا هم ييأسون.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 اللَّهَ يَبْسُطُ الرِّزْقَ لِمَن يَشَآءُ وَيَقْدِرُ إِنَّ فِي ذَٰلِكَ لَأيَٰتٍ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أن الله يوسّع الرزق لمن يشاء ويضيّقه؟ إن في ذلك لدلائل لقوم يؤمنون.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فَـَٔاتِ ذَا الْقُرْبَىٰ حَقَّهُ وَالْمِسْكِينَ وَابْنَ السَّبِيلِ ذَٰلِكَ خَيْرٌ لِّلَّذِينَ يُرِيدُونَ وَجْهَ اللَّهِ وَأُوْلَـٰئِكَ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فأعطِ القريب حقّه من البرّ والصلة، والمسكين، والمسافر المحتاج، ذلك خير للذين يريدون وجه الله، وأولئك هم الفائزون.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ءَاتَيْتُم مِّن رِّبًا لِّيَرْبُوَاْ فِي أَمْوَٰلِ النَّاسِ فَلَا يَرْبُواْ عِندَ اللَّهِ وَمَآ ءَاتَيْتُم مِّن زَكَوٰةٍ تُرِيدُونَ وَجْهَ اللَّهِ فَأُوْلَـٰئِكَ هُمُ الْمُضْعِفُونَ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أعطيتم من مال ربًا لتزيدوا به أموالكم من أموال الناس فلا يزيد عند الله، وما أعطيتم من زكاة تريدون بها وجه الله فأولئك هم الذين يُضاعف لهم الأجر.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خَلَقَكُمْ ثُمَّ رَزَقَكُمْ ثُمَّ يُمِيتُكُمْ ثُمَّ يُحْيِيكُمْ هَلْ مِن شُرَكَآئِكُم مَّن يَفْعَلُ مِن ذَٰلِكُم مِّن شَيْءٍ سُبْحَٰنَهُ وَتَعَٰلَىٰ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خلقكم، ثم رزقكم، ثم يُميتكم، ثم يُحييكم، هل من آلهتكم من يفعل شيئًا من ذلك؟ تنزّه وتعالى عما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ظَهَرَ الْفَسَادُ فِي الْبَرِّ وَالْبَحْرِ بِمَا كَسَبَتْ أَيْدِي النَّاسِ لِيُذِيقَهُم بَعْضَ الَّذِي عَمِلُواْ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ظهر الفساد في البرّ والبحر من القحط وقلة الخير بسبب معاصي الناس، ليُذيقهم الله جزاء بعض أعمالهم، لعلهم يرجعون عنها.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سِيرُواْ فِي الْأَرْضِ فَانظُرُواْ كَيْفَ كَانَ عَٰقِبَةُ الَّذِينَ مِن قَبْلُ كَانَ أَكْثَرُهُم 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سيروا في الأرض فانظروا كيف كانت عاقبة الأمم قبلكم، كان أكثرهم 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فَأَقِمْ وَجْهَكَ لِلدِّينِ الْقَيِّمِ مِن قَبْلِ أَن يَأْتِيَ يَوْمٌ لَّا مَرَدَّ لَهُ مِنَ اللَّهِ يَوْمَئِذٍ يَصَّدَّعُونَ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فأقم وجهك للدين المستقيم، من قبل أن يأتي يوم القيامة الذي لا يردّه أحد، يومئذ يتفرّق الناس فريقين.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كَفَرَ فَعَلَيْهِ كُفْرُهُ وَمَنْ عَمِلَ صَٰلِحًا فَلِأَنفُسِهِمْ يَمْهَدُونَ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كفر فعليه ضرر كفره، ومن عمل صالحًا فلأنفسهم يُمهّدون منازلهم في الجنة.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لِيَجْزِيَ الَّذِينَ ءَامَنُواْ وَعَمِلُواْ الصَّـٰلِحَٰتِ مِن فَضْلِهِ إِنَّهُ لَا يُحِبُّ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ليجزي الله المؤمنين الصالحين من فضله، إنه لا يحب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أَن يُرْسِلَ الرِّيَاحَ مُبَشِّرَٰتٍ وَلِيُذِيقَكُم مِّن رَّحْمَتِهِ وَلِتَجْرِيَ الْفُلْكُ بِأَمْرِهِ وَلِتَبْتَغُواْ مِن فَضْلِهِ وَلَعَلَّكُمْ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أن يرسل الرياح مبشّرة بالمطر، وليُذيقكم من رحمته، ولتجري السفن بأمره، ولتطلبوا من رزقه، ولعلكم تشكرون.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مِن قَبْلِكَ رُسُلًا إِلَىٰ قَوْمِهِمْ فَجَآءُوهُم بِالْبَيِّنَٰتِ فَانتَقَمْنَا مِنَ الَّذِينَ أَجْرَمُواْ وَكَانَ حَقًّا عَلَيْنَا نَصْرُ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قبلك رسلًا إلى أقوامهم فجاؤوهم بالمعجزات، فانتقمنا من المجرمين، وكان حقًّا علينا نصر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يُرْسِلُ الرِّيَٰحَ فَتُثِيرُ سَحَابًا فَيَبْسُطُهُ فِي السَّمَآءِ كَيْفَ يَشَآءُ وَيَجْعَلُهُ كِسَفًا فَتَرَى الْوَدْقَ يَخْرُجُ مِنْ خِلَٰلِهِ فَإِذَآ أَصَابَ بِهِ مَن يَشَآءُ مِنْ عِبَادِهِ إِذَا هُمْ يَسْتَبْشِرُونَ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يرسل الرياح فتحرّك السحاب، فيبسطه في السماء كيف يشاء، ويجعله قطعًا، فترى المطر يخرج من خلاله، فإذا أصاب به من يشاء من عباده إذا هم يفرحون.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كَانُواْ مِن قَبْلِ أَن يُنَزَّلَ عَلَيْهِم مِّن قَبْلِهِ لَمُبْلِسِينَ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كانوا قبل نزول المطر يائسين.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فَانظُرْ إِلَىٰ ءَاثَٰرِ رَحْمَتِ اللَّهِ كَيْفَ يُحْيِ الْأَرْضَ بَعْدَ مَوْتِهَآ إِنَّ ذَٰلِكَ لَمُحْيِ الْمَوْتَىٰ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فانظر إلى آثار رحمة الله كيف يُحيي الأرض بعد موتها، إن ذلك الذي أحياها لمُحيي الموتى، وهو على كل شيء قدير.</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أَرْسَلْنَا رِيحًا فَرَأَوْهُ مُصْفَرًّا لَّظَلُّواْ مِن بَعْدِهِ يَكْفُرُونَ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أرسلنا ريحًا ضارّة فرأوا الزرع مصفرًّا يابسًا لظلّوا بعده يجحدون النعم السابقة.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فَإِنَّكَ لَا تُسْمِعُ الْمَوْتَىٰ وَلَا تُسْمِعُ الصُّمَّ الدُّعَآءَ إِذَا وَلَّوْاْ مُدْبِرِينَ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فإنك لا تُسمع الموتى، ولا تُسمع الصمّ الدعاء إذا أعرضوا مدبرين، فهؤلاء الكفار مثلهم.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أَنتَ بِهَٰدِ الْعُمْيِ عَن ضَلَٰلَتِهِمْ إِن تُسْمِعُ إِلَّا مَن يُؤْمِنُ بِـَٔايَٰتِنَا فَهُم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أنت بهادي العُمي عن ضلالتهم، ما تُسمع إلا من يؤمن بآياتنا فهم مسلمون.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خَلَقَكُم مِّن ضَعْفٍ ثُمَّ جَعَلَ مِن بَعْدِ ضَعْفٍ قُوَّةً ثُمَّ جَعَلَ مِن بَعْدِ قُوَّةٍ ضَعْفًا وَشَيْبَةً يَخْلُقُ مَا يَشَآءُ وَهُوَ الْعَلِيمُ الْقَدِيرُ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خلقكم من ضعف وأنتم أطفال، ثم جعل من بعد ضعف قوة الشباب، ثم جعل من بعد قوة ضعفًا وشيبًا، يخلق ما يشاء، وهو العليم القدير.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تَقُومُ السَّاعَةُ يُقْسِمُ الْمُجْرِمُونَ مَا لَبِثُواْ غَيْرَ سَاعَةٍ كَذَٰلِكَ كَانُواْ يُؤْفَكُونَ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تقوم القيامة يحلف المجرمون ما بقوا في الدنيا غير ساعة، كذلك كانوا يُصرفون عن الحق في الدنيا.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أُوتُواْ الْعِلْمَ وَالْإِيمَٰنَ لَقَدْ لَبِثْتُمْ فِي كِتَٰبِ اللَّهِ إِلَىٰ يَوْمِ الْبَعْثِ فَهَٰذَا يَوْمُ الْبَعْثِ وَلَٰكِنَّكُمْ كُنتُمْ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أهل العلم والإيمان: لقد بقيتم فيما كتب الله إلى يوم البعث، فهذا يوم البعث، ولكنكم كنتم لا تعلمون.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فَيَوْمَئِذٍ لَّا يَنفَعُ الَّذِينَ ظَلَمُواْ مَعْذِرَتُهُمْ وَلَا هُمْ يُسْتَعْتَبُونَ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فيومئذ لا ينفع الظالمين اعتذارهم، ولا يُطلب منهم إرضاء ربهم.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الروم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ضَرَبْنَا لِلنَّاسِ فِي هَٰذَا الْقُرْءَانِ مِن كُلِّ مَثَلٍ وَلَئِن جِئْتَهُم بِـَٔايَةٍ لَّيَقُولَنَّ الَّذِينَ كَفَرُواْ إِنْ أَنتُمْ إِلَّا مُبْطِلُونَ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بيّنّا للناس في هذا القرآن من كل مثل، ولئن جئتهم بمعجزة ليقولنّ الكفار: ما أنتم إلا أصحاب باطل.</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يَطْبَعُ اللَّهُ عَلَىٰ قُلُوبِ الَّذِينَ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يختم الله على قلوب الذين لا يعلمون الحق.</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إِنَّ وَعْدَ اللَّهِ حَقٌّ وَلَا يَسْتَخِفَّنَّكَ الَّذِينَ لَا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إن وعد الله بنصرك حق، ولا يحملنّك الذين لا يوقنون على الخفّة وترك الصبر.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العنكبوت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٤٦ – ٦٩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٤٦: أدب الحوار مع أهل الكتاب، ودلائل صدق القرآن، والهجرة في سبيل الله، والتوكّل في الرزق، وأن الدار الآخرة هي الحياة الحقيقية.</a:t>
            </a:r>
            <a:endParaRPr lang="ar-SA"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تُجَٰدِلُواْ أَهْلَ الْكِتَٰبِ إِلَّا بِالَّتِي هِيَ أَحْسَنُ إِلَّا الَّذِينَ ظَلَمُواْ مِنْهُمْ وَقُولُواْ ءَامَنَّا بِالَّذِي أُنزِلَ إِلَيْنَا وَأُنزِلَ إِلَيْكُمْ وَإِلَٰهُنَا وَإِلَٰهُكُمْ وَٰحِدٌ وَنَحْنُ لَهُ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تجادلوا أهل الكتاب إلا بالطريقة الحسنة، إلا الظالمين منهم، وقولوا: آمنّا بالذي أُنزل إلينا وأُنزل إليكم، وإلهنا وإلهكم واحد، ونحن له مسلمون.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أَنزَلْنَآ إِلَيْكَ الْكِتَٰبَ فَالَّذِينَ ءَاتَيْنَٰهُمُ الْكِتَٰبَ يُؤْمِنُونَ بِهِ وَمِنْ هَـٰؤُلَآءِ مَن يُؤْمِنُ بِهِ وَمَا يَجْحَدُ بِـَٔايَٰتِنَآ إِلَّا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أنزلنا الكتب على من قبلك أنزلنا إليك القرآن، فالمنصفون من أهل الكتاب يؤمنون به، ومن العرب من يؤمن به، وما يجحد بآياتنا إلا الكافرون.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202082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كُنتَ تَتْلُواْ مِن قَبْلِهِ مِن كِتَٰبٍ وَلَا تَخُطُّهُ بِيَمِينِكَ إِذًا لَّارْتَابَ الْمُبْطِلُونَ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كنت يا محمد تقرأ قبل القرآن كتابًا، ولا تكتب بيمينك، ولو كنت كذلك لشكّ أهل الباطل في أن القرآن من عند الله.</a:t>
            </a:r>
            <a:endParaRPr lang="ar-SA" sz="3200" dirty="0"/>
          </a:p>
        </p:txBody>
      </p:sp>
      <p:sp>
        <p:nvSpPr>
          <p:cNvPr id="9" name="Shape 7"/>
          <p:cNvSpPr/>
          <p:nvPr/>
        </p:nvSpPr>
        <p:spPr>
          <a:xfrm>
            <a:off x="2103120" y="3543300"/>
            <a:ext cx="8641080" cy="0"/>
          </a:xfrm>
          <a:prstGeom prst="line">
            <a:avLst/>
          </a:prstGeom>
          <a:noFill/>
          <a:ln w="9525">
            <a:solidFill>
              <a:schemeClr val="accent2"/>
            </a:solidFill>
            <a:prstDash val="dash"/>
          </a:ln>
        </p:spPr>
      </p:sp>
      <p:sp>
        <p:nvSpPr>
          <p:cNvPr id="10" name="Shape 8"/>
          <p:cNvSpPr/>
          <p:nvPr/>
        </p:nvSpPr>
        <p:spPr>
          <a:xfrm>
            <a:off x="10927080" y="3803904"/>
            <a:ext cx="548640" cy="548640"/>
          </a:xfrm>
          <a:prstGeom prst="star8">
            <a:avLst/>
          </a:prstGeom>
          <a:solidFill>
            <a:schemeClr val="accent2"/>
          </a:solidFill>
          <a:ln/>
        </p:spPr>
      </p:sp>
      <p:sp>
        <p:nvSpPr>
          <p:cNvPr id="11" name="Shape 9"/>
          <p:cNvSpPr/>
          <p:nvPr/>
        </p:nvSpPr>
        <p:spPr>
          <a:xfrm>
            <a:off x="11036808" y="39136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8039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7856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هُوَ ءَايَٰتٌ بَيِّنَٰتٌ فِي صُدُورِ الَّذِينَ أُوتُواْ الْعِلْمَ وَمَا يَجْحَدُ بِـَٔايَٰتِنَآ إِلَّا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القرآن آيات واضحات محفوظة في صدور أهل العلم، وما يجحد بآياتنا إلا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لَوْلَآ أُنزِلَ عَلَيْهِ ءَايَٰتٌ مِّن رَّبِّهِ قُلْ إِنَّمَا الْأيَٰتُ عِندَ اللَّهِ وَإِنَّمَآ أَنَا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المشركون: هلّا أُنزلت عليه معجزات من ربه! قل: إنما المعجزات عند الله، وإنما أنا نذير واضح.</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يَكْفِهِمْ أَنَّآ أَنزَلْنَا عَلَيْكَ الْكِتَٰبَ يُتْلَىٰ عَلَيْهِمْ إِنَّ فِي ذَٰلِكَ لَرَحْمَةً وَذِكْرَىٰ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يكفهم أنا أنزلنا عليك القرآن يُقرأ عليهم؟ إن في ذلك لرحمة وتذكيرًا لقوم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كَفَىٰ بِاللَّهِ بَيْنِي وَبَيْنَكُمْ شَهِيدًا يَعْلَمُ مَا فِي السَّمَٰوَٰتِ وَالْأَرْضِ وَالَّذِينَ ءَامَنُواْ بِالْبَٰطِلِ وَكَفَرُواْ بِاللَّهِ أُوْلَـٰئِكَ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كفى بالله شاهدًا بيني وبينكم، يعلم ما في السماوات والأرض، والذين آمنوا بالباطل وكفروا بالله أولئك هم الخاسرون.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وَيَسْتَعْجِلُونَكَ بِالْعَذَابِ وَلَوْلَآ أَجَلٌ مُّسَمًّى لَّجَآءَهُمُ الْعَذَابُ وَلَيَأْتِيَنَّهُم بَغْتَةً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ويستعجلونك بالعذاب، ولولا وقت محدد لجاءهم العذاب، وليأتينّهم فجأة وهم لا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يَسْتَعْجِلُونَكَ بِالْعَذَابِ وَإِنَّ جَهَنَّمَ لَمُحِيطَةٌ بِالْكَٰفِرِينَ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يستعجلونك بالعذاب، وإن جهنم لمحيطة بالكافرين.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يَغْشَىٰهُمُ الْعَذَابُ مِن فَوْقِهِمْ وَمِن تَحْتِ أَرْجُلِهِمْ وَيَقُولُ ذُوقُواْ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يغطّيهم العذاب من فوقهم ومن تحت أرجلهم، ويقول الله: ذوقوا جزاء ما كنتم تعملون.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يَٰعِبَادِيَ الَّذِينَ ءَامَنُواْ إِنَّ أَرْضِي وَٰسِعَةٌ فَإِيَّـٰيَ فَاعْبُدُونِ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عبادي المؤمنين، إن أرضي واسعة، فإن لم تستطيعوا العبادة في بلد فهاجروا، فاعبدوني وحدي.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نَفْسٍ ذَآئِقَةُ الْمَوْتِ ثُمَّ إِلَيْنَا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نفس ستذوق الموت، ثم إلينا ترجعون.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لَنُبَوِّئَنَّهُم مِّنَ الْجَنَّةِ غُرَفًا تَجْرِي مِن تَحْتِهَا الْأَنْهَٰرُ خَٰلِدِينَ فِيهَا نِعْمَ أَجْرُ الْعَٰمِلِينَ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الصالحون لنُنزلنّهم من الجنة غرفًا عالية تجري من تحتها الأنهار، خالدين فيها، نِعم أجر العاملين.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صَبَرُواْ وَعَلَىٰ رَبِّهِمْ يَتَوَكَّلُونَ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صبروا على طاعة الله، وعلى ربهم يتوكّلون.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وَكَأَيِّن مِّن دَآبَّةٍ لَّا تَحْمِلُ رِزْقَهَا اللَّهُ يَرْزُقُهَا وَإِيَّاكُمْ وَهُوَ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من دابة لا تدّخر رزقها، الله يرزقها ويرزقكم، وهو السميع العليم.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وَسَخَّرَ الشَّمْسَ وَالْقَمَرَ لَيَقُولُنَّ اللَّهُ فَأَنَّىٰ يُؤْفَكُونَ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سألتهم: من خلق السماوات والأرض وذلّل الشمس والقمر؟ ليقولُنّ: الله، فكيف يُصرفون عن عبادته؟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يَبْسُطُ الرِّزْقَ لِمَن يَشَآءُ مِنْ عِبَادِهِ وَيَقْدِرُ لَهُ إِنَّ 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يوسّع الرزق لمن يشاء من عباده ويضيّقه، إن الله بكل شيء عليم.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مَّن نَّزَّلَ مِنَ السَّمَآءِ مَآءً فَأَحْيَا بِهِ الْأَرْضَ مِن بَعْدِ مَوْتِهَا لَيَقُولُنَّ اللَّهُ قُلِ الْحَمْدُ لِلَّهِ بَلْ أَكْثَرُهُمْ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سألتهم: من نزّل من السماء ماء فأحيا به الأرض بعد موتها؟ ليقولُنّ: الله، قل: الحمد لله، بل أكثرهم لا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هَٰذِهِ الْحَيَوٰةُ الدُّنْيَآ إِلَّا لَهْوٌ وَلَعِبٌ وَإِنَّ الدَّارَ الْأخِرَةَ لَهِيَ الْحَيَوَانُ لَوْ كَانُواْ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هذه الحياة الدنيا إلا لهو ولعب سريع الزوال، وإن الدار الآخرة لهي الحياة الحقيقية الدائمة لو كانوا يعلمون.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رَكِبُواْ فِي الْفُلْكِ دَعَوُاْ اللَّهَ مُخْلِصِينَ لَهُ الدِّينَ فَلَمَّا نَجَّىٰهُمْ إِلَى الْبَرِّ إِذَا هُمْ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ركبوا في السفن وخافوا الغرق دعوا الله مخلصين له الدعاء، فلما نجّاهم إلى البرّ إذا هم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لِيَكْفُرُواْ بِمَآ ءَاتَيْنَٰهُمْ وَلِيَتَمَتَّعُواْ فَسَوْفَ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ليجحدوا ما أعطيناهم من النعم، وليتمتّعوا، فسوف يعلمون.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أَنَّا جَعَلْنَا حَرَمًا ءَامِنًا وَيُتَخَطَّفُ النَّاسُ مِنْ حَوْلِهِمْ أَفَبِالْبَٰطِلِ يُؤْمِنُونَ وَبِنِعْمَةِ اللَّهِ يَكْفُرُونَ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أنا جعلنا مكة حرمًا آمنًا، والناس من حولهم يُخطفون ويُقتلون؟ أفبالباطل يؤمنون، وبنعمة الله يكفرون؟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العنكبوت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 كَذَّبَ بِالْحَقِّ لَمَّا جَآءَهُ أَلَيْسَ فِي جَهَنَّمَ مَثْوًى لِّلْكَٰفِرِينَ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كذب على الله، أو كذّب بالحق لما جاءه، أليس في جهنم مقام للكافرين؟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جَٰهَدُواْ فِينَا لَنَهْدِيَنَّهُمْ سُبُلَنَا وَإِنَّ اللَّهَ لَمَعَ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جاهدوا أنفسهم وأعداءهم في سبيلنا لنهدينّهم طرق الخير، وإن الله لمع المحسنين بالنصر والتأييد.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assets21/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1/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21 Tafsir">
  <a:themeElements>
    <a:clrScheme name="Juz 21 Tafsir">
      <a:dk1>
        <a:srgbClr val="232A31"/>
      </a:dk1>
      <a:lt1>
        <a:srgbClr val="FFFFFF"/>
      </a:lt1>
      <a:dk2>
        <a:srgbClr val="34495E"/>
      </a:dk2>
      <a:lt2>
        <a:srgbClr val="F6F8FA"/>
      </a:lt2>
      <a:accent1>
        <a:srgbClr val="34495E"/>
      </a:accent1>
      <a:accent2>
        <a:srgbClr val="C9A04A"/>
      </a:accent2>
      <a:accent3>
        <a:srgbClr val="46627D"/>
      </a:accent3>
      <a:accent4>
        <a:srgbClr val="636B73"/>
      </a:accent4>
      <a:accent5>
        <a:srgbClr val="E6EBF0"/>
      </a:accent5>
      <a:accent6>
        <a:srgbClr val="8A2F2A"/>
      </a:accent6>
      <a:hlink>
        <a:srgbClr val="46627D"/>
      </a:hlink>
      <a:folHlink>
        <a:srgbClr val="636B73"/>
      </a:folHlink>
    </a:clrScheme>
    <a:fontScheme name="Juz 21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اتلُ ما أوحي — مبسّط من تفسير ابن كثير</dc:title>
  <dc:subject>PptxGenJS Presentation</dc:subject>
  <dc:creator>معلم القرآن الكريم</dc:creator>
  <cp:lastModifiedBy>معلم القرآن الكريم</cp:lastModifiedBy>
  <cp:revision>1</cp:revision>
  <dcterms:created xsi:type="dcterms:W3CDTF">2026-10-03T21:31:05Z</dcterms:created>
  <dcterms:modified xsi:type="dcterms:W3CDTF">2026-10-03T21:31:05Z</dcterms:modified>
</cp:coreProperties>
</file>
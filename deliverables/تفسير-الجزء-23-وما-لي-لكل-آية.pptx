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notesMasterIdLst>
    <p:notesMasterId r:id="rId10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8a7f0c65-0761-8a76-0555-8976b597190b}">
          <p14:sldIdLst>
            <p14:sldId id="256"/>
            <p14:sldId id="257"/>
            <p14:sldId id="258"/>
          </p14:sldIdLst>
        </p14:section>
        <p14:section name="سورة الزمر" id="{08fec7f1-4855-126c-b63d-2f3cd54ea4a3}">
          <p14:sldIdLst>
            <p14:sldId id="259"/>
            <p14:sldId id="260"/>
            <p14:sldId id="261"/>
            <p14:sldId id="262"/>
            <p14:sldId id="263"/>
            <p14:sldId id="264"/>
            <p14:sldId id="265"/>
            <p14:sldId id="266"/>
            <p14:sldId id="267"/>
            <p14:sldId id="268"/>
            <p14:sldId id="269"/>
            <p14:sldId id="270"/>
            <p14:sldId id="271"/>
            <p14:sldId id="272"/>
          </p14:sldIdLst>
        </p14:section>
        <p14:section name="سورة ص" id="{fbc1e393-8f7a-c500-ca55-5d2b71daf065}">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 name="سورة الصافات" id="{f51384f4-1a27-7531-4ab7-38d8e7d050b4}">
          <p14:sldIdLst>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Lst>
        </p14:section>
        <p14:section name="سورة يس" id="{307f54a2-ea23-486a-c675-9b57847b4bb1}">
          <p14:sldIdLst>
            <p14:sldId id="346"/>
            <p14:sldId id="347"/>
            <p14:sldId id="348"/>
            <p14:sldId id="349"/>
            <p14:sldId id="350"/>
            <p14:sldId id="351"/>
            <p14:sldId id="352"/>
            <p14:sldId id="353"/>
            <p14:sldId id="354"/>
            <p14:sldId id="355"/>
            <p14:sldId id="356"/>
            <p14:sldId id="357"/>
            <p14:sldId id="358"/>
            <p14:sldId id="359"/>
            <p14:sldId id="360"/>
            <p14:sldId id="361"/>
          </p14:sldIdLst>
        </p14:section>
        <p14:section name="الخاتمة" id="{b3a200bf-12df-3234-f4a3-c8ce16ec4d30}">
          <p14:sldIdLst>
            <p14:sldId id="3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notesMaster" Target="notesMasters/notesMaster1.xml"/><Relationship Id="rId110" Type="http://schemas.openxmlformats.org/officeDocument/2006/relationships/presProps" Target="presProps.xml"/><Relationship Id="rId111" Type="http://schemas.openxmlformats.org/officeDocument/2006/relationships/viewProps" Target="viewProps.xml"/><Relationship Id="rId112" Type="http://schemas.openxmlformats.org/officeDocument/2006/relationships/theme" Target="theme/theme1.xml"/><Relationship Id="rId1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الزمر ثم نصعد سورةً سورة حتى نصل إلى سورة يس،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هل يستوي الذين يعلمون والذين لا يعلمون؟ اقرأ الآية 9 واذكر صفات العالم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الذي منع إبليس من السجود لآدم؟ اقرأ الآية 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أجاب ابن إبراهيم أباه حين أخبره بالرؤيا؟ اقرأ الآية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ردّ الله على من قال: من يُحيي العظام وهي رميم؟ اقرأ الآية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3/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3/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3/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slideLayout" Target="../slideLayouts/slideLayout4.xml"/><Relationship Id="rId4" Type="http://schemas.openxmlformats.org/officeDocument/2006/relationships/notesSlide" Target="../notesSlides/notesSlide10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3/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وما لي</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3/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الزمر إلى سورة يس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الأخضر</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وما لي</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الزمر صعودًا إلى سورة يس</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الزمر</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ص</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الصافات</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يس</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الزمر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٣١</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وغيره: إن قول المشركين ﴿ما نعبدهم إلا ليقرّبونا إلى الله زلفى﴾ هو حجتهم في عبادة الأصنام، فأنزل الله أول السورة يأمر بإخلاص الدين له وحده. ورُوي عن سعد بن أبي وقاص أن الصحابة قالوا: يا رسول الله لو حدّثتنا، فنزلت: ﴿الله نزّل أحسن الحديث﴾ (رواه الحاكم).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٣١: الأمر بإخلاص العبادة لله وحده، وأن العلماء العاملين لا يستوون مع الجاهلين، وأثر القرآن في قلوب الخاشعين.</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منزَّل من الله العزيز الحكيم.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أَنزَلْنَآ إِلَيْكَ الْكِتَٰبَ بِالْحَقِّ فَاعْبُدِ اللَّهَ مُخْلِصًا لَّهُ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 إليك القرآن بالحق، فاعبد الله مخلصًا له العبادة.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لِلَّهِ الدِّينُ الْخَالِصُ وَالَّذِينَ اتَّخَذُواْ مِن دُونِهِ أَوْلِيَآءَ مَا نَعْبُدُهُمْ إِلَّا لِيُقَرِّبُونَآ إِلَى اللَّهِ زُلْفَىٰ إِنَّ اللَّهَ يَحْكُمُ بَيْنَهُمْ فِي مَا هُمْ فِيهِ يَخْتَلِفُونَ إِنَّ اللَّهَ لَا يَهْدِي مَنْ هُوَ كَٰذِبٌ كَفَّارٌ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لله وحده العبادة الخالصة، والذين عبدوا من دونه آلهة قالوا: ما نعبدهم إلا ليقرّبونا إلى الله قربى، إن الله يحكم بينهم فيما اختلفوا فيه، إن الله لا يهدي الكاذب الكفّار.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أَرَادَ اللَّهُ أَن يَتَّخِذَ وَلَدًا لَّاصْطَفَىٰ مِمَّا يَخْلُقُ مَا يَشَآءُ سُبْحَٰنَهُ هُوَ اللَّهُ الْوَٰحِدُ الْقَهَّارُ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أراد الله أن يتخذ ولدًا لاختار من خلقه ما يشاء، تنزّه عن ذلك، هو الله الواحد القهار.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السَّمَٰوَٰتِ وَالْأَرْضَ بِالْحَقِّ يُكَوِّرُ الَّيْلَ عَلَى النَّهَارِ وَيُكَوِّرُ النَّهَارَ عَلَى الَّيْلِ وَسَخَّرَ الشَّمْسَ وَالْقَمَرَ كُلٌّ يَجْرِي لِأَجَلٍ مُّسَمًّى أَلَا هُوَ الْعَزِيزُ الْغَفَّـٰرُ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السماوات والأرض بالحق، يُدخل الليل على النهار والنهار على الليل، وذلّل الشمس والقمر، كلٌّ يجري إلى وقت محدد، ألا هو العزيز الغفار.</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خَلَقَكُم مِّن نَّفْسٍ وَٰحِدَةٍ ثُمَّ جَعَلَ مِنْهَا زَوْجَهَا وَأَنزَلَ لَكُم مِّنَ الْأَنْعَٰمِ ثَمَٰنِيَةَ أَزْوَٰجٍ يَخْلُقُكُمْ فِي بُطُونِ أُمَّهَٰتِكُمْ خَلْقًا مِّن بَعْدِ خَلْقٍ فِي ظُلُمَٰتٍ ثَلَٰثٍ ذَٰلِكُمُ اللَّهُ رَبُّكُمْ لَهُ الْمُلْكُ لَآ إِلَٰهَ إِلَّا هُوَ فَأَنَّىٰ تُصْرَفُونَ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خلقكم من نفس واحدة هي آدم، ثم خلق منها زوجها حواء، وخلق لكم من الأنعام ثمانية أنواع ذكورًا وإناثًا، يخلقكم في بطون أمهاتكم طورًا بعد طور في ظلمات ثلاث، ذلكم الله ربكم، فكيف تُصرفون عن عبادته؟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تَكْفُرُواْ فَإِنَّ اللَّهَ غَنِيٌّ عَنكُمْ وَلَا يَرْضَىٰ لِعِبَادِهِ الْكُفْرَ وَإِن تَشْكُرُواْ يَرْضَهُ لَكُمْ وَلَا تَزِرُ وَازِرَةٌ وِزْرَ أُخْرَىٰ ثُمَّ إِلَىٰ رَبِّكُم مَّرْجِعُكُمْ فَيُنَبِّئُكُم بِمَا كُنتُمْ تَعْمَلُونَ إِنَّهُ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تكفروا فإن الله غني عنكم، ولا يرضى لعباده الكفر، وإن تشكروا يرضه لكم، ولا تحمل نفس ذنب غيرها، ثم إلى ربكم مرجعكم فيخبركم بأعمالكم، إنه عليم بما في الصدور.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مَسَّ الْإِنسَٰنَ ضُرٌّ دَعَا رَبَّهُ مُنِيبًا إِلَيْهِ ثُمَّ إِذَا خَوَّلَهُ نِعْمَةً مِّنْهُ نَسِيَ مَا كَانَ يَدْعُواْ إِلَيْهِ مِن قَبْلُ وَجَعَلَ لِلَّهِ أَندَادًا لِّيُضِلَّ عَن سَبِيلِهِ قُلْ تَمَتَّعْ بِكُفْرِكَ قَلِيلًا إِنَّكَ مِنْ أَصْحَٰبِ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أصاب الإنسان ضرّ دعا ربه راجعًا إليه، ثم إذا أعطاه نعمة نسي دعاءه السابق، وجعل لله شركاء ليُضل الناس عن طريقه، قل: تمتّع بكفرك قليلًا، إنك من أصحاب النار.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هُوَ قَٰنِتٌ ءَانَآءَ الَّيْلِ سَاجِدًا وَقَآئِمًا يَحْذَرُ الْأخِرَةَ وَيَرْجُواْ رَحْمَةَ رَبِّهِ قُلْ هَلْ يَسْتَوِي الَّذِينَ يَعْلَمُونَ وَالَّذِينَ لَا يَعْلَمُونَ إِنَّمَا يَتَذَكَّرُ أُوْلُواْ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أهذا الكافر خير، أم من هو مطيع لله في ساعات الليل ساجدًا وقائمًا، يخاف الآخرة ويرجو رحمة ربه؟ قل: هل يستوي الذين يعلمون والذين لا يعلمون؟ إنما يتّعظ أصحاب العقول.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يَٰعِبَادِ الَّذِينَ ءَامَنُواْ اتَّقُواْ رَبَّكُمْ لِلَّذِينَ أَحْسَنُواْ فِي هَٰذِهِ الدُّنْيَا حَسَنَةٌ وَأَرْضُ اللَّهِ وَٰسِعَةٌ إِنَّمَا يُوَفَّى الصَّـٰبِرُونَ أَجْرَهُم بِغَيْرِ 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عبادي المؤمنين اتقوا ربكم، للذين أحسنوا في هذه الدنيا حسنة، وأرض الله واسعة فهاجروا إن مُنعتم من العبادة، إنما يُعطى الصابرون أجرهم بغير حساب.</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أُمِرْتُ أَنْ أَعْبُدَ اللَّهَ مُخْلِصًا لَّهُ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أُمرت أن أعبد الله مخلصًا له العبادة.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وَأُمِرْتُ لِأَنْ أَكُونَ أَوَّلَ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وأُمرت أن أكون أول المسلمين من هذه الأمة.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أَخَافُ إِنْ عَصَيْتُ رَبِّي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أخاف إن عصيت ربي عذاب يوم القيامة العظيم.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اللَّهَ أَعْبُدُ مُخْلِصًا لَّهُ دِينِي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الله وحده أعبد مخلصًا له ديني.</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فَاعْبُدُواْ مَا شِئْتُم مِّن دُونِهِ قُلْ إِنَّ الْخَٰسِرِينَ الَّذِينَ خَسِرُواْ أَنفُسَهُمْ وَأَهْلِيهِمْ يَوْمَ الْقِيَٰمَةِ أَلَا ذَٰلِكَ هُوَ الْخُسْرَانُ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فاعبدوا ما شئتم من دونه تهديدًا، قل: إن الخاسرين حقًّا هم الذين خسروا أنفسهم وأهليهم يوم القيامة، ألا ذلك هو الخسران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مِّن فَوْقِهِمْ ظُلَلٌ مِّنَ النَّارِ وَمِن تَحْتِهِمْ ظُلَلٌ ذَٰلِكَ يُخَوِّفُ اللَّهُ بِهِ عِبَادَهُ يَٰعِبَادِ فَاتَّقُونِ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من فوقهم طبقات من النار، ومن تحتهم طبقات، ذلك يخوّف الله به عباده: يا عبادي فاتقون.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اجْتَنَبُواْ الطَّـٰغُوتَ أَن يَعْبُدُوهَا وَأَنَابُواْ إِلَى اللَّهِ لَهُمُ الْبُشْرَىٰ فَبَشِّرْ عِبَادِ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ابتعدوا عن عبادة الطاغوت ورجعوا إلى الله، لهم البشرى بالجنة، فبشّر عبادي.</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يَسْتَمِعُونَ الْقَوْلَ فَيَتَّبِعُونَ أَحْسَنَهُ أُوْلَـٰئِكَ الَّذِينَ هَدَىٰهُمُ اللَّهُ وَأُوْلَـٰئِكَ هُمْ أُوْلُواْ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يستمعون القول فيتّبعون أحسنه، أولئك الذين هداهم الله، وأولئك هم أصحاب العقول.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حَقَّ عَلَيْهِ كَلِمَةُ الْعَذَابِ أَفَأَنتَ تُنقِذُ مَن فِي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وجب عليه العذاب لكفره، أفأنت تُنقذه من النار؟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لَٰكِنِ الَّذِينَ اتَّقَوْاْ رَبَّهُمْ لَهُمْ غُرَفٌ مِّن فَوْقِهَا غُرَفٌ مَّبْنِيَّةٌ تَجْرِي مِن تَحْتِهَا الْأَنْهَٰرُ وَعْدَ اللَّهِ لَا يُخْلِفُ اللَّهُ الْمِيعَادَ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المتقون لهم في الجنة غرف عالية فوقها غرف مبنية، تجري من تحتها الأنهار، وعد الله، لا يُخلف الله وعده.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أَنزَلَ مِنَ السَّمَآءِ مَآءً فَسَلَكَهُ يَنَٰبِيعَ فِي الْأَرْضِ ثُمَّ يُخْرِجُ بِهِ زَرْعًا مُّخْتَلِفًا أَلْوَٰنُهُ ثُمَّ يَهِيجُ فَتَرَىٰهُ مُصْفَرًّا ثُمَّ يَجْعَلُهُ حُطَٰمًا إِنَّ فِي ذَٰلِكَ لَذِكْرَىٰ لِأُوْلِي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أنزل من السماء مطرًا فأدخله ينابيع في الأرض، ثم يُخرج به زرعًا مختلف الألوان، ثم ييبس فتراه مصفرًّا، ثم يجعله فُتاتًا؟ إن في ذلك لتذكيرًا لأصحاب العقول بأن الدنيا تفنى.</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شَرَحَ اللَّهُ صَدْرَهُ لِلْإِسْلَٰمِ فَهُوَ عَلَىٰ نُورٍ مِّن رَّبِّهِ فَوَيْلٌ لِّلْقَٰسِيَةِ قُلُوبُهُم مِّن ذِكْرِ اللَّهِ أُوْلَـٰئِكَ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شرح الله صدره للإسلام فهو على نور وبصيرة من ربه، كمن قسا قلبه؟ فهلاك للذين قست قلوبهم عن ذكر الله، أولئك في ضلال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نَزَّلَ أَحْسَنَ الْحَدِيثِ كِتَٰبًا مُّتَشَٰبِهًا مَّثَانِيَ تَقْشَعِرُّ مِنْهُ جُلُودُ الَّذِينَ يَخْشَوْنَ رَبَّهُمْ ثُمَّ تَلِينُ جُلُودُهُمْ وَقُلُوبُهُمْ إِلَىٰ ذِكْرِ اللَّهِ ذَٰلِكَ هُدَى اللَّهِ يَهْدِي بِهِ مَن يَشَآءُ وَمَن يُضْلِلِ اللَّهُ فَمَا لَهُ مِنْ 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نزّل أحسن الكلام وهو القرآن، يشبه بعضه بعضًا في الحسن، تُكرّر فيه المواعظ، ترتعد منه جلود الذين يخشون ربهم، ثم تلين جلودهم وقلوبهم لذكر الله، ذلك هدى الله يهدي به من يشاء.</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يَتَّقِي بِوَجْهِهِ سُوءَ الْعَذَابِ يَوْمَ الْقِيَٰمَةِ وَقِيلَ لِلظَّـٰلِمِينَ ذُوقُواْ مَا كُنتُمْ تَكْسِبُونَ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يتّقي بوجهه شدة العذاب يوم القيامة، كمن هو آمن؟ وقيل للظالمين: ذوقوا جزاء ما كنتم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 الَّذِينَ مِن قَبْلِهِمْ فَأَتَىٰهُمُ الْعَذَابُ مِنْ حَيْثُ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 الذين من قبلهم، فأتاهم العذاب من حيث لا يتوقّعون.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فَأَذَاقَهُمُ اللَّهُ الْخِزْيَ فِي الْحَيَوٰةِ الدُّنْيَا وَلَعَذَابُ الْأخِرَةِ أَكْبَرُ لَوْ كَانُواْ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فأذاقهم الله الذلّ في الحياة الدنيا، ولعذاب الآخرة أكبر لو كانوا يعلمون.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ضَرَبْنَا لِلنَّاسِ فِي هَٰذَا الْقُرْءَانِ مِن كُلِّ مَثَلٍ لَّعَلَّهُمْ يَتَذَكَّرُونَ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ضربنا للناس في هذا القرآن من كل مثل، لعلهم يتّعظون.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قُرْءَانًا عَرَبِيًّا غَيْرَ ذِي عِوَجٍ لَّعَلَّهُمْ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قرآنًا عربيًّا لا اعوجاج فيه ولا خلل، لعلهم يتقون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الزمر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ضَرَبَ اللَّهُ مَثَلًا رَّجُلًا فِيهِ شُرَكَآءُ مُتَشَٰكِسُونَ وَرَجُلًا سَلَمًا لِّرَجُلٍ هَلْ يَسْتَوِيَانِ مَثَلًا الْحَمْدُ لِلَّهِ بَلْ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ضرب الله مثلًا للمشرك والموحّد: عبدٌ يملكه شركاء متنازعون، وعبدٌ خالص لسيد واحد، هل يستويان؟ الحمد لله، بل أكثرهم لا يعلمون.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 مَيِّتٌ وَإِنَّهُم مَّيِّتُونَ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 يا محمد ميّت، وإنهم ميّتون.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إِنَّكُمْ يَوْمَ الْقِيَٰمَةِ عِندَ رَبِّكُمْ تَخْتَصِمُونَ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إنكم يوم القيامة عند ربكم تتخاصمون، فيحكم بينكم بالعدل.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ص</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مرض أبو طالب، فجاءته قريش وجاءه النبي صلى الله عليه وسلم، فشكوه إلى أبي طالب، فقال النبي صلى الله عليه وسلم: «أريد منهم كلمة واحدة تدين لهم بها العرب»، قالوا: وما هي؟ قال: «لا إله إلا الله»، فقاموا وقالوا: أجعل الآلهة إلهًا واحدًا! فنزلت أوائل سورة ص (رواه الترمذي وأحمد).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الردّ على تعجّب المشركين من التوحيد، وقصص داود وسليمان وأيوب عليهم السلام في الصبر والإنابة، وقصة إبليس وتكبّره عن السجود لآدم.</a:t>
            </a:r>
            <a:endParaRPr lang="ar-SA"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ص وَالْقُرْءَانِ ذِي الذِّكْرِ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ص: حرف مقطّع، وأقسم الله بالقرآن صاحب التذكير والشرف.</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الَّذِينَ كَفَرُواْ فِي عِزَّةٍ وَشِقَاقٍ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الكفار في تكبّر عن الحق، ومخالفة وعناد.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كَمْ أَهْلَكْنَا مِن قَبْلِهِم مِّن قَرْنٍ فَنَادَواْ وَّلَاتَ حِينَ مَنَاصٍ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كم أهلكنا قبلهم من أمم، فاستغاثوا حين نزل العذاب، وليس الوقت وقت فرار ولا نجاة.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وَعَجِبُواْ أَن جَآءَهُم مُّنذِرٌ مِّنْهُمْ وَقَالَ الْكَٰفِرُونَ هَٰذَا سَٰحِرٌ كَذَّابٌ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وعجبوا أن جاءهم رسول منهم، وقال الكافرون: هذا ساحر كذّاب.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أَجَعَلَ الْألِهَةَ إِلَٰهًا وَٰحِدًا إِنَّ هَٰذَا لَشَيْءٌ عُجَابٌ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أجعل الآلهة الكثيرة إلهًا واحدًا؟ إن هذا لشيء عجيب!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وَانطَلَقَ الْمَلَأُ مِنْهُمْ أَنِ امْشُواْ وَاصْبِرُواْ عَلَىٰ ءَالِهَتِكُمْ إِنَّ هَٰذَا لَشَيْءٌ يُرَادُ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وانطلق كبار قريش يقولون: امضوا على دينكم واصبروا على عبادة آلهتكم، إن هذا أمر يُراد بكم.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سَمِعْنَا بِهَٰذَا فِي الْمِلَّةِ الْأخِرَةِ إِنْ هَٰذَآ إِلَّا اخْتِلَٰقٌ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سمعنا بهذا التوحيد في دين آبائنا الأخير، ما هذا إلا كذب مختلَق.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أَءُنزِلَ عَلَيْهِ الذِّكْرُ مِن بَيْنِنَا بَلْ هُمْ فِي شَكٍّ مِّن ذِكْرِي بَل لَّمَّا يَذُوقُواْ 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أخُصّ محمد بالقرآن من بيننا؟ بل هم في شك من القرآن، بل لم يذوقوا عذابي بعد.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عِندَهُمْ خَزَآئِنُ رَحْمَةِ رَبِّكَ الْعَزِيزِ الْوَهَّابِ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عندهم خزائن رحمة ربك العزيز الوهاب فيعطون النبوة من شاؤوا؟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مُّلْكُ السَّمَٰوَٰتِ وَالْأَرْضِ وَمَا بَيْنَهُمَا فَلْيَرْتَقُواْ فِي الْأَسْبَٰبِ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ملك السماوات والأرض وما بينهما؟ فليصعدوا في الطرق إلى السماء إن استطاعوا.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جُندٌ مَّا هُنَالِكَ مَهْزُومٌ مِّنَ الْأَحْزَابِ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هؤلاء جند من الأحزاب المكذّبين، سيُهزمون كما هُزم من قبلهم.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قَبْلَهُمْ قَوْمُ نُوحٍ وَعَادٌ وَفِرْعَوْنُ ذُو الْأَوْتَادِ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قبلهم قوم نوح وعاد وفرعون صاحب الجنود والقوة.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وَثَمُودُ وَقَوْمُ لُوطٍ وَأَصْحَٰبُ لْـَٔيْكَةِ أُوْلَـٰئِكَ الْأَحْزَابُ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وثمود وقوم لوط وأصحاب الأشجار الكثيفة قوم شعيب، أولئك الأحزاب.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كُلٌّ إِلَّا كَذَّبَ الرُّسُلَ فَحَقَّ 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منهم أمة إلا كذّبت الرسل، فوجب عليهم عقابي.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يَنظُرُ هَـٰؤُلَآءِ إِلَّا صَيْحَةً وَٰحِدَةً مَّا لَهَا مِن فَوَاقٍ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ينتظر هؤلاء إلا نفخة واحدة ليس لها رجوع ولا توقّف.</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رَبَّنَا عَجِّل لَّنَا قِطَّنَا قَبْلَ يَوْمِ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استهزاءً: ربنا عجّل لنا نصيبنا من العذاب قبل يوم الحساب.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اصْبِرْ عَلَىٰ مَا يَقُولُونَ وَاذْكُرْ عَبْدَنَا دَاوُدَ ذَا الْأَيْدِ إِنَّهُ أَوَّابٌ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اصبر على ما يقولون، واذكر عبدنا داود صاحب القوة في العبادة، إنه كثير الرجوع إلى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سَخَّرْنَا الْجِبَالَ مَعَهُ يُسَبِّحْنَ بِالْعَشِيِّ وَالْإِشْرَاقِ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ذلّلنا الجبال معه يسبّحن بتسبيحه في المساء والصباح.</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وَالطَّيْرَ مَحْشُورَةً كُلٌّ لَّهُ أَوَّابٌ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وذلّلنا الطير مجموعة له، كلٌّ يرجع معه بالتسبيح.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وَشَدَدْنَا مُلْكَهُ وَءَاتَيْنَٰهُ الْحِكْمَةَ وَفَصْلَ الْخِطَابِ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وقوّينا ملكه، وآتيناه النبوة والفهم، والقدرة على الفصل في الخصومات.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وَهَلْ أَتَىٰكَ نَبَؤُاْ الْخَصْمِ إِذْ تَسَوَّرُواْ الْمِحْرَابَ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وهل أتاك خبر الخصمين حين تسلّقوا سور مكان عبادته؟</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دَخَلُواْ عَلَىٰ دَاوُدَ فَفَزِعَ مِنْهُمْ قَالُواْ لَا تَخَفْ خَصْمَانِ بَغَىٰ بَعْضُنَا عَلَىٰ بَعْضٍ فَاحْكُم بَيْنَنَا بِالْحَقِّ وَلَا تُشْطِطْ وَاهْدِنَآ إِلَىٰ سَوَآءِ الصِّرَٰطِ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دخلوا على داود ففزع منهم، قالوا: لا تخف، نحن خصمان ظلم أحدنا الآخر، فاحكم بيننا بالعدل ولا تَجُر، وأرشدنا إلى الطريق المستقيم.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أَخِي لَهُ تِسْعٌ وَتِسْعُونَ نَعْجَةً وَلِيَ نَعْجَةٌ وَٰحِدَةٌ فَقَالَ أَكْفِلْنِيهَا وَعَزَّنِي فِي الْخِطَابِ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أحدهما: إن هذا أخي له تسع وتسعون نعجة ولي نعجة واحدة، فقال: أعطنيها، وغلبني في الكلام.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لَقَدْ ظَلَمَكَ بِسُؤَالِ نَعْجَتِكَ إِلَىٰ نِعَاجِهِ وَإِنَّ كَثِيرًا مِّنَ الْخُلَطَآءِ لَيَبْغِي بَعْضُهُمْ عَلَىٰ بَعْضٍ إِلَّا الَّذِينَ ءَامَنُواْ وَعَمِلُواْ الصَّـٰلِحَٰتِ وَقَلِيلٌ مَّا هُمْ وَظَنَّ دَاوُدُ أَنَّمَا فَتَنَّـٰهُ فَاسْتَغْفَرَ رَبَّهُ وَخَرَّ رَاكِعًا وَأَنَابَ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داود: لقد ظلمك بطلبه نعجتك ليضمّها إلى نعاجه، وإن كثيرًا من الشركاء ليظلم بعضهم بعضًا إلا المؤمنين الصالحين، وقليل ما هم، وعلم داود أننا اختبرناه، فاستغفر ربه وخرّ ساجدًا ورجع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فَغَفَرْنَا لَهُ ذَٰلِكَ وَإِنَّ لَهُ عِندَنَا لَزُلْفَىٰ وَحُسْنَ 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فغفرنا له ذلك، وإن له عندنا لقربًا ومنزلة، وحسن مرجع في الآخرة.</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يَٰدَاوُدُ إِنَّا جَعَلْنَٰكَ خَلِيفَةً فِي الْأَرْضِ فَاحْكُم بَيْنَ النَّاسِ بِالْحَقِّ وَلَا تَتَّبِعِ الْهَوَىٰ فَيُضِلَّكَ عَن سَبِيلِ اللَّهِ إِنَّ الَّذِينَ يَضِلُّونَ عَن سَبِيلِ اللَّهِ لَهُمْ عَذَابٌ شَدِيدٌ بِمَا نَسُواْ يَوْمَ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داود، إنا جعلناك خليفة في الأرض، فاحكم بين الناس بالعدل، ولا تتّبع الهوى فيُضلّك عن طريق الله، إن الضالّين عن طريق الله لهم عذاب شديد بنسيانهم يوم الحساب.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خَلَقْنَا السَّمَآءَ وَالْأَرْضَ وَمَا بَيْنَهُمَا بَٰطِلًا ذَٰلِكَ ظَنُّ الَّذِينَ كَفَرُواْ فَوَيْلٌ لِّلَّذِينَ كَفَرُواْ مِنَ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خلقنا السماء والأرض وما بينهما عبثًا، ذلك ظن الكفار، فهلاك للكفار من النار.</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نَجْعَلُ الَّذِينَ ءَامَنُواْ وَعَمِلُواْ الصَّـٰلِحَٰتِ كَالْمُفْسِدِينَ فِي الْأَرْضِ أَمْ نَجْعَلُ الْمُتَّقِينَ كَالْفُجَّارِ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أنجعل المؤمنين الصالحين كالمفسدين في الأرض؟ أم نجعل المتقين كالفجّار؟ لا يستوون أبدًا.</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أَنزَلْنَٰهُ إِلَيْكَ مُبَٰرَكٌ لِّيَدَّبَّرُواْ ءَايَٰتِهِ وَلِيَتَذَكَّرَ أُوْلُواْ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كتاب أنزلناه إليك كثير البركة، ليتأمّلوا آياته، وليتّعظ أصحاب العقول.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لِدَاوُدَ سُلَيْمَٰنَ نِعْمَ الْعَبْدُ إِنَّهُ أَوَّابٌ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لداود ابنه سليمان، نِعم العبد، إنه كثير الرجوع إلى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عُرِضَ عَلَيْهِ بِالْعَشِيِّ الصَّـٰفِنَٰتُ الْجِيَادُ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عُرضت عليه في المساء الخيل الأصيلة السريعة، الواقفة على ثلاث قوائم.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إِنِّي أَحْبَبْتُ حُبَّ الْخَيْرِ عَن ذِكْرِ رَبِّي حَتَّىٰ تَوَارَتْ بِالْحِجَابِ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إني آثرت حبّ الخيل على ذكر ربي حتى غابت الشمس.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رُدُّوهَا عَلَيَّ فَطَفِقَ مَسْحًا بِالسُّوقِ وَالْأَعْنَاقِ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ردّوها عليّ، فجعل يمسح سيقانها وأعناقها.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فَتَنَّا سُلَيْمَٰنَ وَأَلْقَيْنَا عَلَىٰ كُرْسِيِّهِ جَسَدًا ثُمَّ أَنَابَ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اختبرنا سليمان، وألقينا على كرسيه جسدًا، ثم رجع إلى ربه بالتوبة.</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اغْفِرْ لِي وَهَبْ لِي مُلْكًا لَّا يَنبَغِي لِأَحَدٍ مِّن بَعْدِي إِنَّكَ أَنتَ الْوَهَّابُ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اغفر لي، وهب لي ملكًا لا يكون لأحد من بعدي، إنك أنت الوهاب.</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فَسَخَّرْنَا لَهُ الرِّيحَ تَجْرِي بِأَمْرِهِ رُخَآءً حَيْثُ أَصَابَ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فذلّلنا له الريح تجري بأمره ليّنة حيث أراد.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وَالشَّيَٰطِينَ كُلَّ بَنَّآءٍ وَغَوَّاصٍ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وذلّلنا له الشياطين: منهم البنّاؤون، ومنهم الغوّاصون في البحر.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وَءَاخَرِينَ مُقَرَّنِينَ فِي الْأَصْفَادِ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وآخرين من المتمرّدين مقيّدين في السلاسل.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عَطَآؤُنَا فَامْنُنْ أَوْ أَمْسِكْ بِغَيْرِ 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عطاؤنا لك، فأعطِ منه من شئت وامنع من شئت، لا حساب عليك.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لَهُ عِندَنَا لَزُلْفَىٰ وَحُسْنَ 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له عندنا لقربًا ومنزلة، وحسن مرجع.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عَبْدَنَآ أَيُّوبَ إِذْ نَادَىٰ رَبَّهُ أَنِّي مَسَّنِيَ الشَّيْطَٰنُ بِنُصْبٍ وَعَذَابٍ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عبدنا أيوب حين دعا ربه: إني أصابني الشيطان بتعب وألم.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ارْكُضْ بِرِجْلِكَ هَٰذَا مُغْتَسَلٌ بَارِدٌ وَشَرَابٌ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فقيل له: اضرب الأرض برجلك، فنبعت عين، هذا ماء بارد تغتسل منه وتشرب فيشفيك.</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لَهُ أَهْلَهُ وَمِثْلَهُم مَّعَهُمْ رَحْمَةً مِّنَّا وَذِكْرَىٰ لِأُوْلِي الْأَلْبَٰبِ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له أهله ومثلهم معهم، رحمة منا، وتذكيرًا لأصحاب العقول.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وَخُذْ بِيَدِكَ ضِغْثًا فَاضْرِب بِّهِ وَلَا تَحْنَثْ إِنَّا وَجَدْنَٰهُ صَابِرًا نِّعْمَ الْعَبْدُ إِنَّهُ أَوَّابٌ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قد حلف أن يضرب زوجته مئة ضربة، فقيل له: خذ بيدك حزمة من مئة عود فاضربها بها ضربة واحدة ولا تحنث، إنا وجدناه صابرًا، نِعم العبد إنه كثير الرجوع إلى الله.</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عِبَٰدَنَآ إِبْرَٰهِيمَ وَإِسْحَٰقَ وَيَعْقُوبَ أُوْلِي الْأَيْدِي وَالْأَبْصَٰرِ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عبادنا إبراهيم وإسحاق ويعقوب أصحاب القوة في العبادة والبصيرة في الدين.</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أَخْلَصْنَٰهُم بِخَالِصَةٍ ذِكْرَى الدَّارِ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خصصناهم بخصلة عظيمة: تذكّر الدار الآخرة والعمل 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وَإِنَّهُمْ عِندَنَا لَمِنَ الْمُصْطَفَيْنَ الْأَخْيَارِ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وإنهم عندنا لمن المختارين الأخيار.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إِسْمَٰعِيلَ وَالْيَسَعَ وَذَا الْكِفْلِ وَكُلٌّ مِّنَ الْأَخْيَارِ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إسماعيل واليسع وذا الكفل، وكلهم من الأخيار.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ذِكْرٌ وَإِنَّ لِلْمُتَّقِينَ لَحُسْنَ 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ذكر حسن لهم في الدنيا، وإن للمتقين لحسن مرجع في الآخرة.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جَنَّـٰتِ عَدْنٍ مُّفَتَّحَةً لَّهُمُ الْأَبْوَٰبُ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جنات إقامة دائمة، مفتّحة لهم أبوابها.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مُتَّكِـِٔينَ فِيهَا يَدْعُونَ فِيهَا بِفَٰكِهَةٍ كَثِيرَةٍ وَشَرَابٍ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متّكئين فيها، يطلبون فاكهة كثيرة وشرابًا.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وَعِندَهُمْ قَٰصِرَٰتُ الطَّرْفِ أَتْرَابٌ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وعندهم زوجات قاصرات أبصارهن على أزواجهن، متساويات في السن.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مَا تُوعَدُونَ لِيَوْمِ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ما توعدون به ليوم الحساب.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لَرِزْقُنَا مَا لَهُ مِن نَّفَادٍ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لرزقنا الذي لا ينقطع أبدًا.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وَإِنَّ لِلطَّـٰغِينَ لَشَرَّ مَـَٔابٍ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للمتقين، وإن للطغاة لشرّ مرجع.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جَهَنَّمَ يَصْلَوْنَهَا فَبِئْسَ الْمِهَادُ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جهنم يدخلونها، فبئس الفراش.</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فَلْيَذُوقُوهُ حَمِيمٌ وَغَسَّاقٌ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عذابهم فليذوقوه: ماء حار، وصديد منتن.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وَءَاخَرُ مِن شَكْلِهِ أَزْوَٰجٌ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وأنواع أخرى من العذاب من هذا الشكل.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فَوْجٌ مُّقْتَحِمٌ مَّعَكُمْ لَا مَرْحَبًا بِهِمْ إِنَّهُمْ صَالُواْ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رؤساء الكفر حين يرون أتباعهم: هذا فوج داخل معكم، لا أهلًا بهم، إنهم داخلون النار.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بَلْ أَنتُمْ لَا مَرْحَبًا بِكُمْ أَنتُمْ قَدَّمْتُمُوهُ لَنَا فَبِئْسَ الْقَرَارُ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الأتباع: بل أنتم لا أهلًا بكم، أنتم الذين قدّمتم لنا هذا بإضلالكم، فبئس المستقر.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رَبَّنَا مَن قَدَّمَ لَنَا هَٰذَا فَزِدْهُ عَذَابًا ضِعْفًا فِي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ربنا من تسبّب لنا في هذا فضاعف له العذاب في النار.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مَا لَنَا لَا نَرَىٰ رِجَالًا كُنَّا نَعُدُّهُم مِّنَ الْأَشْرَارِ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ما لنا لا نرى رجالًا كنا نعدّهم من الأشرار؟ يعنون المؤمنين الفقراء.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أَتَّخَذْنَٰهُمْ سِخْرِيًّا أَمْ زَاغَتْ عَنْهُمُ الْأَبْصَٰرُ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أسخرنا منهم في الدنيا خطأً، أم هم معنا في النار ولكن لا تراهم أبصارنا؟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ذَٰلِكَ لَحَقٌّ تَخَاصُمُ أَهْلِ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ذلك التخاصم بين أهل النار لحق واقع.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أَنَا مُنذِرٌ وَمَا مِنْ إِلَٰهٍ إِلَّا اللَّهُ الْوَٰحِدُ الْقَهَّارُ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أنا منذر، وما من معبود بحق إلا الله الواحد القهار.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الْعَزِيزُ الْغَفَّـٰرُ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السماوات والأرض وما بينهما، العزيز الغفار.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هُوَ نَبَؤٌاْ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هذا القرآن خبر عظيم.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أَنتُمْ عَنْهُ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أنتم عنه معرضون.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لِيَ مِنْ عِلْمٍ بِالْمَلَإِ الْأَعْلَىٰ إِذْ يَخْتَصِمُونَ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 لي علم بالملائكة حين اختصموا في شأن آدم لولا الوحي.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يُوحَىٰ إِلَيَّ إِلَّآ أَنَّمَآ أَنَا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يوحى إليّ إلا أني نذير واضح الإنذار.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رَبُّكَ لِلْمَلَـٰئِكَةِ إِنِّي خَٰلِقٌ بَشَرًا مِّن 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ربك للملائكة: إني خالق بشرًا من طين.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سَوَّيْتُهُ وَنَفَخْتُ فِيهِ مِن رُّوحِي فَقَعُواْ لَهُ سَٰجِدِينَ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أتممت خلقه ونفخت فيه الروح، فاسجدوا له سجود تحية وتكريم.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فَسَجَدَ الْمَلَـٰئِكَةُ كُلُّهُمْ أَجْمَعُونَ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فسجد الملائكة كلهم جميعًا.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إِبْلِيسَ اسْتَكْبَرَ وَكَانَ مِنَ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إبليس تكبّر، وكان من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يَـٰإِبْلِيسُ مَا مَنَعَكَ أَن تَسْجُدَ لِمَا خَلَقْتُ بِيَدَيَّ أَسْتَكْبَرْتَ أَمْ كُنتَ مِنَ الْعَالِينَ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يا إبليس، ما منعك أن تسجد لمن خلقته بيديّ؟ أتكبّرت أم كنت من المتعالين؟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أَنَا خَيْرٌ مِّنْهُ خَلَقْتَنِي مِن نَّارٍ وَخَلَقْتَهُ مِن 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إبليس: أنا خير منه، خلقتني من نار وخلقته من طين.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فَاخْرُجْ مِنْهَا فَإِنَّكَ رَجِيمٌ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فاخرج من الجنة، فإنك مطرود من رحمتي.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عَلَيْكَ لَعْنَتِي إِلَىٰ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عليك لعنتي إلى يوم القيامة.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فَأَنظِرْنِي إِلَىٰ يَوْمِ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فأمهلني إلى يوم يبعثون.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فَإِنَّكَ مِنَ الْمُنظَرِينَ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فإنك من المُمهَلين.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يَوْمِ الْوَقْتِ الْمَعْلُومِ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يوم الوقت المعلوم عند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فَبِعِزَّتِكَ لَأُغْوِيَنَّهُمْ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فبعزّتك لأُضلّنّ بني آدم جميعًا.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عِبَادَكَ مِنْهُمُ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عبادك منهم الذين أخلصتهم لعبادتك.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فَالْحَقُّ وَالْحَقَّ أَقُولُ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فالحق مني، والحق أقول.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لَأَمْلَأَنَّ جَهَنَّمَ مِنكَ وَمِمَّن تَبِعَكَ مِنْهُمْ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لأملأنّ جهنم منك وممن تبعك من الناس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ص</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مَآ أَسْـَٔلُكُمْ عَلَيْهِ مِنْ أَجْرٍ وَمَآ أَنَا مِنَ الْمُتَكَلِّفِينَ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ما أطلب منكم على تبليغ القرآن أجرًا، وما أنا من المتكلّفين المدّعين.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هُوَ إِلَّا ذِكْرٌ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هذا القرآن إلا تذكير للعالمين من الإنس والجن.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وَلَتَعْلَمُنَّ نَبَأَهُ بَعْدَ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ولتعلمنّ صدق خبره بعد مدة، عند الموت أو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الصافات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١٨٢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عن مجاهد: قال المشركون: الملائكة بنات الله، فقال أبو بكر رضي الله عنه: فمن أمهاتهن؟ قالوا: بنات سادة الجن، فأنزل الله: ﴿وجعلوا بينه وبين الجِنّة نسبًا ولقد علمت الجِنّة إنهم لمحضَرون﴾.</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وحدانية الله والبعث، ومشاهد حوار أهل الجنة وأهل النار، وقصص الأنبياء: نوح وإبراهيم وفداء ابنه، وموسى وهارون، وإلياس ولوط ويونس، وأن العاقبة للمرسلين.</a:t>
            </a:r>
            <a:endParaRPr lang="ar-SA"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وَالصَّـٰفَّـٰتِ صَفًّا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بالملائكة التي تصطفّ صفوفًا في عبادتها.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فَالزَّـٰجِرَٰتِ زَجْرًا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فالملائكة التي تسوق السحاب وتزجره.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فَالتَّـٰلِيَٰتِ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فالملائكة التي تتلو ذكر الله وكلامه.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إِلَٰهَكُمْ لَوَٰحِدٌ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معبودكم أيها الناس لواحد لا شريك 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وَرَبُّ الْمَشَٰرِقِ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السماوات والأرض وما بينهما، وربّ المشارق التي تطلع منها الشمس.</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زَيَّنَّا السَّمَآءَ الدُّنْيَا بِزِينَةٍ الْكَوَاكِبِ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زيّنّا السماء القريبة بزينة النجوم.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وَحِفْظًا مِّن كُلِّ شَيْطَٰنٍ مَّارِدٍ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وحفظناها من كل شيطان متمرّد.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يَسَّمَّعُونَ إِلَى الْمَلَإِ الْأَعْلَىٰ وَيُقْذَفُونَ مِن كُلِّ جَانِبٍ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يستطيعون الاستماع إلى الملائكة في السماء، ويُرمَون بالشهب من كل جهة.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دُحُورًا وَلَهُمْ عَذَابٌ وَاصِبٌ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طردًا لهم، ولهم عذاب دائم.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خَطِفَ الْخَطْفَةَ فَأَتْبَعَهُ شِهَابٌ ثَاقِبٌ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اختطف كلمة بسرعة، فيلحقه شهاب مضيء يحرقه.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فَاسْتَفْتِهِمْ أَهُمْ أَشَدُّ خَلْقًا أَم مَّنْ خَلَقْنَآ إِنَّا خَلَقْنَٰهُم مِّن طِينٍ لَّازِبٍ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فاسأل المشركين: أهم أصعب خلقًا أم من خلقنا من السماوات والملائكة؟ إنا خلقناهم من طين لاصق.</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عَجِبْتَ وَيَسْخَرُونَ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عجبتَ يا محمد من تكذيبهم، وهم يسخرون منك.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ذُكِّرُواْ لَا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ذُكّروا بالقرآن لا يتّعظون.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رَأَوْاْ ءَايَةً يَسْتَسْخِرُونَ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رأوا معجزة سخروا منها.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إِنْ هَٰذَآ إِلَّا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ما هذا إلا سحر واضح.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أَءِذَا مِتْنَا وَكُنَّا تُرَابًا وَعِظَٰمًا أَءِنَّا لَمَبْعُوثُونَ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أإذا متنا وصرنا ترابًا وعظامًا أإنا لمبعوثون؟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أَوَءَابَآؤُنَا الْأَوَّلُونَ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أوَآباؤنا الأولون كذلك؟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نَعَمْ وَأَنتُمْ دَٰخِرُونَ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نعم تُبعثون وأنتم أذلّاء صاغرون.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فَإِنَّمَا هِيَ زَجْرَةٌ وَٰحِدَةٌ فَإِذَا 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فإنما هي نفخة واحدة، فإذا هم قيام ينظرون.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يَٰوَيْلَنَا هَٰذَا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يا هلاكنا، هذا يوم الجزاء.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يَوْمُ الْفَصْلِ الَّذِي كُنتُم بِهِ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يوم الفصل بين الناس الذي كنتم به تكذّبون.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احْشُرُواْ الَّذِينَ ظَلَمُواْ وَأَزْوَٰجَهُمْ وَمَا كَانُواْ يَعْبُدُونَ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للملائكة: اجمعوا الظالمين وأشباههم ونظراءهم، وما كانوا يعبدون.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دُونِ اللَّهِ فَاهْدُوهُمْ إِلَىٰ صِرَٰطِ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دون الله، فدُلّوهم على طريق الجحيم.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وَقِفُوهُمْ إِنَّهُم مَّسْـُٔولُونَ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وأوقفوهم للحساب، إنهم مسؤولون عن أعمالهم.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لَكُمْ لَا تَنَاصَرُونَ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لكم لا ينصر بعضكم بعضًا كما كنتم في الدنيا؟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هُمُ الْيَوْمَ مُسْتَسْلِمُونَ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هم اليوم منقادون أذلّاء.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وَأَقْبَلَ بَعْضُهُمْ عَلَىٰ بَعْضٍ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وأقبل بعضهم على بعض يتلاومون.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إِنَّكُمْ كُنتُمْ تَأْتُونَنَا عَنِ 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الأتباع للرؤساء: إنكم كنتم تأتوننا من جهة الدين والحق فتزيّنون لنا الباطل.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بَل لَّمْ تَكُونُواْ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الرؤساء: بل لم تكونوا مؤمنين أصلًا.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لَنَا عَلَيْكُم مِّن سُلْطَٰنٍ بَلْ كُنتُمْ قَوْمًا طَٰغِينَ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لنا عليكم من سلطة نُجبركم بها، بل كنتم قومًا متجاوزين الحد.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فَحَقَّ عَلَيْنَا قَوْلُ رَبِّنَآ إِنَّا لَذَآئِقُونَ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فوجب علينا وعيد ربنا، إنا لذائقون العذاب جميعًا.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فَأَغْوَيْنَٰكُمْ إِنَّا كُنَّا غَٰوِينَ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فأضللناكم، إنا كنا ضالّين.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فَإِنَّهُمْ يَوْمَئِذٍ فِي الْعَذَابِ مُشْتَرِكُونَ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فإنهم يومئذ في العذاب مشتركون.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كَذَٰلِكَ نَفْعَلُ بِالْمُجْرِمِينَ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كذلك نفعل بالمجرمين.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كَانُواْ إِذَا قِيلَ لَهُمْ لَآ إِلَٰهَ إِلَّا اللَّهُ يَسْتَكْبِرُونَ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كانوا إذا قيل لهم: لا إله إلا الله، يتكبّرون عنها.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أَئِنَّا لَتَارِكُواْ ءَالِهَتِنَا لِشَاعِرٍ 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أنترك عبادة آلهتنا لقول شاعر مجنون؟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جَآءَ بِالْحَقِّ وَصَدَّقَ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جاء محمد بالحق، وصدّق المرسلين قبله.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إِنَّكُمْ لَذَآئِقُواْ الْعَذَابِ الْأَلِيمِ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إنكم لذائقو العذاب الموجع.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تُجْزَوْنَ إِلَّا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تُجزون إلا بما كنتم تعملون.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عباد الله الذين أخلصهم لطاعته فإنهم ناجون.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لَهُمْ رِزْقٌ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لهم رزق معلوم دائم في الجنة.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فَوَٰكِهُ وَهُم مُّكْرَمُونَ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الفواكه، وهم مُكرَمون.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جنات النعيم.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سُرُرٍ مُّتَقَٰبِلِينَ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سُرر متقابلين.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يُطَافُ عَلَيْهِم بِكَأْسٍ مِّن 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يُطاف عليهم بكأس من خمر الجنة الجارية.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بَيْضَآءَ لَذَّةٍ لِّلشَّـٰرِبِينَ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بيضاء، لذيذة للشاربين.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فِيهَا غَوْلٌ وَلَا هُمْ عَنْهَا يُنزَفُونَ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تُذهب العقول ولا تسبّب أذى، ولا يسكرون بها.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وَعِندَهُمْ قَٰصِرَٰتُ الطَّرْفِ 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وعندهم زوجات قاصرات أبصارهن على أزواجهن، واسعات العيون.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كَأَنَّهُنَّ بَيْضٌ مَّكْنُونٌ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كأنهن بيض مصون في صفائه.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فَأَقْبَلَ بَعْضُهُمْ عَلَىٰ بَعْضٍ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فأقبل بعض أهل الجنة على بعض يتحدّثون.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قَآئِلٌ مِّنْهُمْ إِنِّي كَانَ لِي قَرِينٌ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واحد منهم: إني كان لي صاحب في الدنيا.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يَقُولُ أَءِنَّكَ لَمِنَ الْمُصَدِّقِينَ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لي: أإنك لمن المصدّقين بالبعث؟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أَءِذَا مِتْنَا وَكُنَّا تُرَابًا وَعِظَٰمًا أَءِنَّا لَمَدِينُونَ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أإذا متنا وصرنا ترابًا وعظامًا أإنا لمُحاسَبون؟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هَلْ أَنتُم مُّطَّلِعُونَ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لأصحابه: هل أنتم مطّلعون لنرى حاله؟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فَاطَّلَعَ فَرَءَاهُ فِي سَوَآءِ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فاطّلع فرآه في وسط الجحيم.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تَاللَّهِ إِن كِدتَّ لَتُرْدِينِ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 والله لقد قاربتَ أن تُهلكني بإضلالك.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نِعْمَةُ رَبِّي لَكُنتُ مِنَ الْمُحْضَرِينَ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نعمة ربي بالهداية لكنت معك من المُحضَرين في العذاب.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أَفَمَا نَحْنُ بِمَيِّتِينَ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أفما نحن بميّتين بعد اليوم؟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مَوْتَتَنَا الْأُولَىٰ وَمَا نَحْنُ بِمُعَذَّبِينَ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موتتنا الأولى في الدنيا، وما نحن بمعذَّبين.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لَهُوَ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لهو الفوز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لِمِثْلِ هَٰذَا فَلْيَعْمَلِ الْعَٰمِلُونَ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لمثل هذا النعيم فليعمل العاملون.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أَذَٰلِكَ خَيْرٌ نُّزُلًا أَمْ شَجَرَةُ الزَّقُّومِ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أذلك النعيم خير ضيافةً أم شجرة الزقوم؟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جَعَلْنَٰهَا فِتْنَةً لِّلظَّـٰلِمِينَ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جعلناها اختبارًا للظالمين، إذ قالوا: كيف تنبت شجرة في النار؟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إِنَّهَا شَجَرَةٌ تَخْرُجُ فِي أَصْلِ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إنها شجرة تخرج في قعر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طَلْعُهَا كَأَنَّهُ رُءُوسُ الشَّيَٰطِينِ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ثمرها قبيح المنظر كأنه رؤوس الشياطين.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فَإِنَّهُمْ لَأكِلُونَ مِنْهَا فَمَالِـُٔونَ مِنْهَا الْبُطُونَ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فإنهم لآكلون منها فمالئون منها بطونهم.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 لَهُمْ عَلَيْهَا لَشَوْبًا مِّنْ 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 لهم بعد أكلها لخليطًا من ماء حار.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 مَرْجِعَهُمْ لَإِلَى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 مرجعهم بعد ذلك إلى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أَلْفَوْاْ ءَابَآءَهُمْ 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وجدوا آباءهم ضالّين.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فَهُمْ عَلَىٰ ءَاثَٰرِهِمْ يُهْرَعُونَ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فهم يسرعون في اتّباع آثارهم.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ضَلَّ قَبْلَهُمْ أَكْثَرُ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ضلّ قبلهم أكثر الأمم السابقة.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فِيهِم 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فيهم رسلًا منذرين.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فَانظُرْ كَيْفَ كَانَ عَٰقِبَةُ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فانظر كيف كانت عاقبة الذين أُنذروا فلم يؤمنوا.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عباد الله المخلصين فقد نجوا.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نَادَىٰنَا نُوحٌ فَلَنِعْمَ الْمُجِيبُونَ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دعانا نوح على قومه، فلنعم المجيبون نحن.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وَنَجَّيْنَٰهُ وَأَهْلَهُ مِنَ الْكَرْبِ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ونجّيناه وأهله المؤمنين من الغرق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ذُرِّيَّتَهُ هُمُ الْبَاقِينَ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ذريته هم الباقين في الأرض.</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وَتَرَكْنَا عَلَيْهِ فِي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وأبقينا له ذكرًا حسنًا في الأمم بعده.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عَلَىٰ نُوحٍ فِي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سلام على نوح في العالمين.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كذلك نجزي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مِنْ عِبَادِنَا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من عبادنا المؤمنين.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أَغْرَقْنَا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أغرقنا الآخرين المكذبين.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 شِيعَتِهِ لَإِبْرَٰهِيمَ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من أتباعه على دينه لإبراهيم.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جَآءَ رَبَّهُ بِقَلْبٍ سَلِيمٍ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جاء ربه بقلب سليم من الشرك.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لِأَبِيهِ وَقَوْمِهِ مَاذَا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قال لأبيه وقومه: ماذا تعبدون؟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أَئِفْكًا ءَالِهَةً دُونَ اللَّهِ تُرِيدُونَ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أتريدون آلهة مكذوبة غير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ظَنُّكُم بِرَبِّ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ظنكم بربّ العالمين إذا لقيتموه وقد عبدتم غيره؟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فَنَظَرَ نَظْرَةً فِي النُّجُومِ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فنظر نظرة في النجوم.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إِنِّي سَقِيمٌ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لقومه حين أرادوا الخروج لعيدهم: إني مريض، ليتخلّف عنهم.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فَتَوَلَّوْاْ عَنْهُ مُدْبِرِينَ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فانصرفوا عنه ذاهبين.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فَرَاغَ إِلَىٰ ءَالِهَتِهِمْ فَقَالَ أَلَا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فذهب خفية إلى أصنامهم، فقال ساخرًا: ألا تأكلون من الطعام الذي أمامكم؟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لَكُمْ لَا تَنطِقُونَ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لكم لا تتكلمون؟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فَرَاغَ عَلَيْهِمْ ضَرْبًا بِالْيَمِينِ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فأقبل عليها يضربها بيده اليمنى ويكسّرها.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فَأَقْبَلُواْ إِلَيْهِ يَزِفُّونَ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فأقبل قومه إليه مسرعين.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أَتَعْبُدُونَ مَا تَنْحِتُونَ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أتعبدون أصنامًا تنحتونها بأيديكم؟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خَلَقَكُمْ وَمَا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خلقكم وخلق 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ابْنُواْ لَهُ بُنْيَٰنًا فَأَلْقُوهُ فِي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ابنوا له بناءً واملؤوه نارًا، فألقوه في النار المشتعلة.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فَأَرَادُواْ بِهِ كَيْدًا فَجَعَلْنَٰهُمُ الْأَسْفَلِينَ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فأرادوا به كيدًا، فجعلناهم المغلوبين ونجّيناه.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إِنِّي ذَاهِبٌ إِلَىٰ رَبِّي سَيَهْدِينِ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إبراهيم: إني مهاجر إلى ربي حيث أعبده، سيهديني.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هَبْ لِي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هب لي ولدًا صالحًا.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فَبَشَّرْنَٰهُ بِغُلَٰمٍ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فبشّرناه بغلام حليم، وهو إسماعيل عليه السلام.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بَلَغَ مَعَهُ السَّعْيَ قَالَ يَٰبُنَيَّ إِنِّي أَرَىٰ فِي الْمَنَامِ أَنِّي أَذْبَحُكَ فَانظُرْ مَاذَا تَرَىٰ قَالَ يَـٰأَبَتِ افْعَلْ مَا تُؤْمَرُ سَتَجِدُنِي إِن شَآءَ اللَّهُ مِنَ الصَّـٰبِرِينَ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كبر وصار يمشي ويعمل معه، قال: يا بُنيّ، إني أرى في المنام أني أذبحك، فانظر ما رأيك؟ قال: يا أبتِ افعل ما تؤمر، ستجدني إن شاء الله من الصابرين.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أَسْلَمَا وَتَلَّهُ لِلْجَبِينِ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استسلما لأمر الله، وألقاه على جبينه ليذبحه.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١٠٤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وَنَٰدَيْنَٰهُ أَن يَـٰإِبْرَٰهِيمُ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وناديناه: يا إبراهيم.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صَدَّقْتَ الرُّءْيَآ إِنَّا 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صدّقت الرؤيا ونفّذت الأمر، إنا كذلك نجزي المحسنين.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لَهُوَ الْبَلَـٰؤُاْ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لهو الاختبار الواضح.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وَفَدَيْنَٰهُ بِذِبْحٍ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وفديناه بكبش عظيم يذبحه بدلًا منه.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وَتَرَكْنَا عَلَيْهِ فِي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وأبقينا له ذكرًا حسنًا في الأمم بعده.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عَلَىٰ 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سلام على إبراهيم.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نجزي المحسنين.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مِنْ عِبَادِنَا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من عبادنا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١١٢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وَبَشَّرْنَٰهُ بِإِسْحَٰقَ نَبِيًّا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وبشّرناه بإسحاق نبيًّا من الصالحين.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وَبَٰرَكْنَا عَلَيْهِ وَعَلَىٰ إِسْحَٰقَ وَمِن ذُرِّيَّتِهِمَا مُحْسِنٌ وَظَالِمٌ لِّنَفْسِهِ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وأنزلنا البركة عليه وعلى إسحاق، ومن ذريتهما محسن، وظالم لنفسه ظلمًا واضحًا.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مَنَنَّا عَلَىٰ مُوسَىٰ وَهَٰرُونَ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أنعمنا على موسى وهارون بالنبوة.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وَنَجَّيْنَٰهُمَا وَقَوْمَهُمَا مِنَ الْكَرْبِ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ونجّيناهما وقومهما من الكرب العظيم: ظلم فرعون والغرق.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وَنَصَرْنَٰهُمْ فَكَانُواْ هُمُ الْغَٰلِبِينَ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ونصرناهم فكانوا هم الغالبين.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وَءَاتَيْنَٰهُمَا الْكِتَٰبَ الْمُسْتَبِينَ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وآتيناهما التوراة الواضحة.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وَهَدَيْنَٰهُمَا الصِّرَٰطَ الْمُسْتَقِيمَ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وهديناهما الطريق المستقيم.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وَتَرَكْنَا عَلَيْهِمَا فِي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وأبقينا لهما ذكرًا حسنًا فيمن بعدهما.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١٢٠ – ١٢٣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عَلَىٰ مُوسَىٰ وَهَٰرُونَ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سلام على موسى وهارون.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كذلك نجزي المحسنين.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إِنَّهُمَا مِنْ عِبَادِنَا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إنهما من عبادنا المؤمنين.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إِلْيَاسَ لَمِنَ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إلياس لمن المرسلين.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١٢٤ – ١٢٧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لِقَوْمِهِ أَلَا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قال لقومه: ألا تتقون الله؟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أَتَدْعُونَ بَعْلًا وَتَذَرُونَ أَحْسَنَ الْخَٰلِقِينَ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أتعبدون صنمًا اسمه «بَعل»، وتتركون عبادة الله أحسن الخالقين؟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رَبَّكُمْ وَرَبَّ ءَابَآئِكُمُ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ربكم وربّ آبائكم الأولين.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فَإِنَّهُمْ لَمُحْضَرُونَ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فإنهم لمُحضَرون في العذاب.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١٢٨ – ١٣١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عباد الله المخلصين منهم.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وَتَرَكْنَا عَلَيْهِ فِي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وأبقينا له ذكرًا حسنًا فيمن بعده.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عَلَىٰ إِلْ يَاسِينَ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سلام على إلياس.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كذلك نجزي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١٣٢ – ١٣٥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مِنْ عِبَادِنَا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من عبادنا المؤمنين.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لُوطًا لَّمِنَ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لوطًا لمن المرسلين.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نَجَّيْنَٰهُ وَأَهْلَهُ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نجّيناه وأهله أجمعين.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عَجُوزًا فِي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امرأته العجوز كانت من الهالكين.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١٣٦ – ١٣٩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دَمَّرْنَا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دمّرنا الآخرين.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وَإِنَّكُمْ لَتَمُرُّونَ عَلَيْهِم مُّصْبِحِينَ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وإنكم يا أهل مكة لتمرّون على ديارهم في أسفاركم صباحًا.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وَبِالَّيْلِ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الليل، أفلا تعقلون فتعتبروا؟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يُونُسَ لَمِنَ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يونس لمن المرسلين.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١٤٠ – ١٤٣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١٤٠</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أَبَقَ إِلَى الْفُلْكِ الْمَشْحُونِ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هرب من قومه غاضبًا إلى السفينة المملوءة.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١٤١</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فَسَاهَمَ فَكَانَ مِنَ الْمُدْحَضِينَ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فاقترع مع ركّابها حين ثقلت، فكان من المغلوبين، فأُلقي في البحر.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١٤٢</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فَالْتَقَمَهُ الْحُوتُ وَهُوَ مُلِيمٌ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فابتلعه الحوت، وهو آتٍ بما يُلام عليه.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١٤٣</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أَنَّهُ كَانَ مِنَ الْمُسَبِّحِينَ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فلولا أنه كان من المسبّحين الذاكرين 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١٤٤ – ١٤٧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١٤٤</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لَلَبِثَ فِي بَطْنِهِ إِلَىٰ يَوْمِ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لبقي في بطن الحوت إلى يوم القيامة.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١٤٥</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فَنَبَذْنَٰهُ بِالْعَرَآءِ وَهُوَ سَقِيمٌ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فطرحناه بأرض خالية من الشجر، وهو مريض.</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١٤٦</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وَأَنبَتْنَا عَلَيْهِ شَجَرَةً مِّن يَقْطِينٍ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وأنبتنا عليه شجرة من القرع تظلّه.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١٤٧</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وَأَرْسَلْنَٰهُ إِلَىٰ مِاْئَةِ أَلْفٍ أَوْ يَزِيدُونَ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وأرسلناه إلى مئة ألف بل يزيدون.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١٤٨ – ١٥١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١٤٨</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فَـَٔامَنُواْ فَمَتَّعْنَٰهُمْ إِلَىٰ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فآمنوا، فمتّعناهم في الدنيا إلى وقت آجالهم.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١٤٩</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فَاسْتَفْتِهِمْ أَلِرَبِّكَ الْبَنَاتُ وَلَهُمُ الْبَنُونَ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فاسأل المشركين: ألربّك البنات ولهم البنون؟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خَلَقْنَا الْمَلَـٰئِكَةَ إِنَٰثًا وَهُمْ شَٰهِدُونَ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خلقنا الملائكة إناثًا وهم حاضرون يشهدون؟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إِنَّهُم مِّنْ إِفْكِهِمْ لَيَقُولُونَ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إنهم من كذبهم ليقولون: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١٥٢ – ١٥٥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١٥٢</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وَلَدَ اللَّهُ وَإِنَّهُمْ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ولد الله! وإنهم لكاذبون.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١٥٣</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أَصْطَفَى الْبَنَاتِ عَلَى الْبَنِينَ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أاختار الله البنات على البنين؟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١٥٤</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لَكُمْ كَيْفَ تَحْكُمُونَ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لكم، كيف تحكمون هذا الحكم الجائر؟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١٥٥</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تتذكرون؟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١٥٦ – ١٥٩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لَكُمْ 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لكم حجة واضحة؟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فَأْتُواْ بِكِتَٰبِكُمْ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فأتوا بكتابكم إن كنتم صادقين.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وَجَعَلُواْ بَيْنَهُ وَبَيْنَ الْجِنَّةِ نَسَبًا وَلَقَدْ عَلِمَتِ الْجِنَّةُ إِنَّهُمْ لَمُحْضَرُونَ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وجعلوا بين الله وبين الجن نسبًا، ولقد علمت الجن أن هؤلاء القائلين لمُحضَرون في العذاب.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سُبْحَٰنَ اللَّهِ عَمَّا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تنزّه الله عما يصفونه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١٦٠ – ١٦٣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١٦٠</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عِبَادَ اللَّهِ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عباد الله المخلصين فإنهم يصفونه بما يليق به.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١٦١</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فَإِنَّكُمْ وَمَا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فإنكم أيها المشركون وما تعبدون.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١٦٢</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أَنتُمْ عَلَيْهِ بِفَٰتِنِينَ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أنتم بمُضلّين أحدًا.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١٦٣</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هُوَ صَالِ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قدّر الله أنه من أهل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١٦٤ – ١٦٧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١٦٤</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وَمَامِنَّآ إِلَّا لَهُ مَقَامٌ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وقالت الملائكة: وما منا ملك إلا له مقام معلوم في العبادة.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١٦٥</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لَنَحْنُ الصَّآفُّونَ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لنحن الصافّون في الطاعة.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١٦٦</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لَنَحْنُ الْمُسَبِّحُونَ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لنحن المسبّحون 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١٦٧</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كَانُواْ لَيَقُولُونَ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كان كفار قريش قبل البعثة ليقولون: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١٦٨ – ١٧١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١٦٨</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أَنَّ عِندَنَا ذِكْرًا مِّنَ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أن عندنا كتابًا من كتب الأولين.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١٦٩</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لَكُنَّا عِبَادَ اللَّهِ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لكنا عباد الله المخلصين.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فَكَفَرُواْ بِهِ فَسَوْفَ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جاءهم القرآن كفروا به، فسوف يعلمون عاقبة كفرهم.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سَبَقَتْ كَلِمَتُنَا لِعِبَادِنَا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سبق وعدنا لعبادنا المرسلين.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١٧٢ – ١٧٥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١٧٢</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لَهُمُ الْمَنصُورُونَ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لهم المنصورون.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١٧٣</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جُندَنَا لَهُمُ الْغَٰلِبُونَ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جندنا المؤمنين لهم الغالبون.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١٧٤</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 عَنْهُمْ حَتَّىٰ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إلى وقت محدد.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١٧٥</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وَأَبْصِرْهُمْ فَسَوْفَ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وانظرهم حين ينزل بهم العذاب، فسوف يرون.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١٧٦ – ١٧٩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أَفَبِعَذَابِنَا يَسْتَعْجِلُونَ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أفبعذابنا يستعجلون؟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نَزَلَ بِسَاحَتِهِمْ فَسَآءَ صَبَاحُ الْمُنذَرِينَ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نزل العذاب بساحتهم، فبئس الصباح صباح المُنذَرين.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وَتَوَلَّ عَنْهُمْ حَتَّىٰ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وأعرض عنهم إلى وقت محدد.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وَأَبْصِرْ فَسَوْفَ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وانظر، فسوف يرون.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الصافات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١٨٠ – ١٨٢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١٨٠</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سُبْحَٰنَ رَبِّكَ رَبِّ الْعِزَّةِ عَمَّا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تنزّه ربك رب العزة عما يصفونه به.</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١٨١</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وَسَلَٰمٌ عَلَى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وسلام على المرسلين.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١٨٢</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وَالْحَمْدُ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والحمد 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يس</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٢٨ – ٨٣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جاء العاص بن وائل إلى النبي صلى الله عليه وسلم بعظم بالٍ ففتّه بيده، وقال: يا محمد، أيُحيي الله هذا بعدما أرمّ؟ قال: «نعم، يبعث الله هذا، ثم يُميتك ثم يُحييك ثم يُدخلك نار جهنم»، فنزلت: ﴿أولم يرَ الإنسان أنا خلقناه من نطفة...﴾ إلى آخر السورة (رواه الحاكم وصحّحه).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٢٨: هلاك أهل القرية المكذّبين، وآيات الله في الأرض والليل والشمس والقمر والسفن، ومشاهد البعث والجزاء، والرد على منكري البعث.</a:t>
            </a:r>
            <a:endParaRPr lang="ar-SA"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أَنزَلْنَا عَلَىٰ قَوْمِهِ مِن بَعْدِهِ مِن جُندٍ مِّنَ السَّمَآءِ وَمَا كُنَّا مُنزِلِينَ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أنزلنا على قومه بعد قتله جندًا من السماء لإهلاكهم، وما كنا محتاجين إلى ذلك.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كَانَتْ إِلَّا صَيْحَةً وَٰحِدَةً فَإِذَا هُمْ خَٰمِدُونَ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 إهلاكهم إلا صيحة واحدة، فإذا هم ميّتون هامدون.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يَٰحَسْرَةً عَلَى الْعِبَادِ مَا يَأْتِيهِم مِّن رَّسُولٍ إِلَّا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حسرة العباد! ما يأتيهم من رسول إلا كانوا به يستهزئون.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يَرَوْاْ كَمْ أَهْلَكْنَا قَبْلَهُم مِّنَ الْقُرُونِ أَنَّهُمْ إِلَيْهِمْ لَا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يروا كم أهلكنا قبلهم من الأمم، أنهم لا يرجعون إلى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كُلٌّ لَّمَّا جَمِيعٌ لَّدَيْنَا 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كل الخلائق مجموعون عندنا يوم القيامة للحساب.</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وَءَايَةٌ لَّهُمُ الْأَرْضُ الْمَيْتَةُ أَحْيَيْنَٰهَا وَأَخْرَجْنَا مِنْهَا حَبًّا فَمِنْهُ يَأْكُلُونَ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ودليل لهم على البعث الأرض اليابسة أحييناها بالمطر، وأخرجنا منها حبًّا فمنه يأكلون.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فِيهَا جَنَّـٰتٍ مِّن نَّخِيلٍ وَأَعْنَٰبٍ وَفَجَّرْنَا فِيهَا مِنَ الْعُيُونِ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فيها بساتين من نخيل وأعناب، وفجّرنا فيها من العيون.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لِيَأْكُلُواْ مِن ثَمَرِهِ وَمَا عَمِلَتْهُ أَيْدِيهِمْ أَفَلَا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ليأكلوا من ثمره، ولم تصنعه أيديهم بل هو من رحمة الله، أفلا يشكرون؟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سُبْحَٰنَ الَّذِي خَلَقَ الْأَزْوَٰجَ كُلَّهَا مِمَّا تُنبِتُ الْأَرْضُ وَمِنْ أَنفُسِهِمْ وَمِمَّا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تنزّه الله الذي خلق الأصناف كلها: من النبات، ومن أنفسهم، ومما لا يعلمون من المخلوقات.</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وَءَايَةٌ لَّهُمُ الَّيْلُ نَسْلَخُ مِنْهُ النَّهَارَ فَإِذَا هُم مُّظْلِمُونَ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ودليل لهم الليل، ننزع منه النهار فإذا هم في ظلام.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وَالشَّمْسُ تَجْرِي لِمُسْتَقَرٍّ لَّهَا ذَٰلِكَ تَقْدِيرُ الْعَزِيزِ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والشمس تجري إلى مستقرّ لها حدّده الله، ذلك تقدير العزيز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وَالْقَمَرَ قَدَّرْنَٰهُ مَنَازِلَ حَتَّىٰ عَادَ كَالْعُرْجُونِ الْقَدِيمِ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والقمر قدّرناه منازل كل ليلة، حتى يعود دقيقًا مقوّسًا كعِذق النخل اليابس القديم.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الشَّمْسُ يَنبَغِي لَهَآ أَن تُدْرِكَ الْقَمَرَ وَلَا الَّيْلُ سَابِقُ النَّهَارِ وَكُلٌّ فِي فَلَكٍ يَسْبَحُونَ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الشمس يمكن أن تلحق القمر، ولا الليل يسبق النهار، وكلٌّ في مداره يسبحون.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وَءَايَةٌ لَّهُمْ أَنَّا حَمَلْنَا ذُرِّيَّتَهُمْ فِي الْفُلْكِ الْمَشْحُونِ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ودليل لهم أنا حملنا ذرية آدم في سفينة نوح المملوءة.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وَخَلَقْنَا لَهُم مِّن مِّثْلِهِ مَا يَرْكَبُونَ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وخلقنا لهم مثلها من السفن والمراكب ما يركبون.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نَّشَأْ نُغْرِقْهُمْ فَلَا صَرِيخَ لَهُمْ وَلَا هُمْ يُنقَذُونَ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نشأ نُغرقهم، فلا مُغيث لهم، ولا هم يُنقَذون.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رَحْمَةً مِّنَّا وَمَتَٰعًا إِلَىٰ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أن نرحمهم ونمتّعهم إلى وقت آجالهم.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اتَّقُواْ مَا بَيْنَ أَيْدِيكُمْ وَمَا خَلْفَكُمْ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احذروا عذاب الآخرة وعقوبات الدنيا لعلكم تُرحمون، أعرضوا.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تَأْتِيهِم مِّنْ ءَايَةٍ مِّنْ ءَايَٰتِ رَبِّهِمْ إِلَّا كَانُواْ عَنْهَا مُعْرِضِينَ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تأتيهم من آية من آيات ربهم إلا كانوا عنها معرضين.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أَنفِقُواْ مِمَّا رَزَقَكُمُ اللَّهُ قَالَ الَّذِينَ كَفَرُواْ لِلَّذِينَ ءَامَنُواْ أَنُطْعِمُ مَن لَّوْ يَشَآءُ اللَّهُ أَطْعَمَهُ إِنْ أَنتُمْ إِلَّا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أنفقوا مما رزقكم الله على الفقراء، قال الكفار للمؤمنين: أنطعم من لو شاء الله لأطعمه؟ ما أنتم إلا في ضلال واضح.</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استهزاءً: متى يوم القيامة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يَنظُرُونَ إِلَّا صَيْحَةً وَٰحِدَةً تَأْخُذُهُمْ وَهُمْ يَخِصِّمُونَ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ينتظرون إلا نفخة واحدة تأخذهم وهم يتخاصمون في أسواقهم.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يَسْتَطِيعُونَ تَوْصِيَةً وَلَآ إِلَىٰ أَهْلِهِمْ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يستطيعون أن يوصوا بشيء، ولا يرجعون إلى أهلهم.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وَنُفِخَ فِي الصُّورِ فَإِذَا هُم مِّنَ الْأَجْدَاثِ إِلَىٰ رَبِّهِمْ يَنسِلُونَ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ونُفخ في البوق النفخة الثانية، فإذا هم من القبور يخرجون إلى ربهم مسرعين.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يَٰوَيْلَنَا مَن بَعَثَنَا مِن مَّرْقَدِنَا هَٰذَا مَا وَعَدَ الرَّحْمَٰنُ وَصَدَقَ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هلاكنا، من أخرجنا من قبورنا؟ فيُقال: هذا ما وعد الرحمن، وصدق المرسلون.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كَانَتْ إِلَّا صَيْحَةً وَٰحِدَةً فَإِذَا هُمْ جَمِيعٌ لَّدَيْنَا 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كانت إلا نفخة واحدة، فإذا هم جميعًا عندنا حاضرون.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فَالْيَوْمَ لَا تُظْلَمُ نَفْسٌ شَيْـًٔا وَلَا تُجْزَوْنَ إِلَّا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فاليوم لا تُظلم نفس شيئًا، ولا تُجزون إلا بما كنتم تعملون.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أَصْحَٰبَ الْجَنَّةِ الْيَوْمَ فِي شُغُلٍ فَٰكِهُونَ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أهل الجنة اليوم مشغولون بالنعيم، متلذّذون.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هُمْ وَأَزْوَٰجُهُمْ فِي ظِلَٰلٍ عَلَى الْأَرَآئِكِ مُتَّكِـُٔونَ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هم وأزواجهم في ظلال، على الأسِرّة المزيّنة متّكئون.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فِيهَا فَٰكِهَةٌ وَلَهُم مَّا يَدَّعُونَ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فيها فاكهة، ولهم كل ما يطلبون.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سَلَٰمٌ قَوْلًا مِّن رَّبٍّ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ولهم سلام يقوله لهم ربّ رحيم.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وَامْتَٰزُواْ الْيَوْمَ أَيُّهَا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ويُقال: انفصلوا اليوم عن المؤمنين أيها المجرمون.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أَعْهَدْ إِلَيْكُمْ يَٰبَنِي ءَادَمَ أَن لَّا تَعْبُدُواْ الشَّيْطَٰنَ إِنَّهُ لَكُمْ عَدُوٌّ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أوصِكم يا بني آدم ألّا تطيعوا الشيطان، إنه لكم عدو ظاهر العداوة؟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اعْبُدُونِي هَٰذَا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اعبدوني وحدي، هذا طريق مستقيم.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أَضَلَّ مِنكُمْ جِبِلًّا كَثِيرًا أَفَلَمْ تَكُونُواْ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أضلّ الشيطان منكم خلقًا كثيرًا، أفلم تكونوا تعقلون؟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هَٰذِهِ جَهَنَّمُ الَّتِي كُنتُمْ تُوعَدُونَ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جهنم التي كنتم توعدون بها.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اصْلَوْهَا الْيَوْمَ بِمَا كُنتُمْ 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ادخلوها اليوم وقاسوا حرّها بسبب كفركم.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الْيَوْمَ نَخْتِمُ عَلَىٰ أَفْوَٰهِهِمْ وَتُكَلِّمُنَآ أَيْدِيهِمْ وَتَشْهَدُ أَرْجُلُهُم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اليوم نختم على أفواههم، وتكلّمنا أيديهم، وتشهد أرجلهم بما كانوا يعملون.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نَشَآءُ لَطَمَسْنَا عَلَىٰ أَعْيُنِهِمْ فَاسْتَبَقُواْ الصِّرَٰطَ فَأَنَّىٰ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نشاء لأعمينا أبصارهم، فأرادوا المرور على الطريق، فكيف يُبصرون؟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نَشَآءُ لَمَسَخْنَٰهُمْ عَلَىٰ مَكَانَتِهِمْ فَمَا اسْتَطَٰعُواْ مُضِيًّا وَلَا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نشاء لغيّرنا خِلقتهم في مكانهم، فلا يستطيعون مضيًّا ولا رجوعًا.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نُّعَمِّرْهُ نُنَكِّسْهُ فِي الْخَلْقِ أَفَلَا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نُطِل عمره نُرجعه إلى الضعف بعد القوة، أفلا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عَلَّمْنَٰهُ الشِّعْرَ وَمَا يَنبَغِي لَهُ إِنْ هُوَ إِلَّا ذِكْرٌ وَقُرْءَانٌ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علّمنا محمدًا الشعر، وما يصلح له، ما هذا إلا تذكير وقرآن 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لِّيُنذِرَ مَن كَانَ حَيًّا وَيَحِقَّ الْقَوْلُ عَلَى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لينذر من كان حيّ القلب، ويجب العذاب على الكافرين.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أَنَّا خَلَقْنَا لَهُم مِّمَّا عَمِلَتْ أَيْدِينَآ أَنْعَٰمًا فَهُمْ لَهَا مَٰلِكُونَ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أنا خلقنا لهم مما صنعنا بقدرتنا الأنعام، فهم لها مالكون؟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وَذَلَّلْنَٰهَا لَهُمْ فَمِنْهَا رَكُوبُهُمْ وَمِنْهَا يَأْكُلُونَ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وذلّلناها لهم، فمنها ما يركبون، ومنها ما يأكلون.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وَلَهُمْ فِيهَا مَنَٰفِعُ وَمَشَارِبُ أَفَلَا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ولهم فيها منافع كالصوف والجلود، ومشارب كاللبن، أفلا يشكرون؟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وَاتَّخَذُواْ مِن دُونِ اللَّهِ ءَالِهَةً لَّعَلَّهُمْ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واتخذوا من دون الله آلهة رجاء أن تنصرهم.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يَسْتَطِيعُونَ نَصْرَهُمْ وَهُمْ لَهُمْ جُندٌ 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تستطيع نصرهم، وهم لها جند يحرسونها ويخدمونها.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يَحْزُنكَ قَوْلُهُمْ إِنَّا نَعْلَمُ مَا يُسِرُّونَ وَمَا يُعْلِنُونَ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يُحزنك قولهم، إنا نعلم ما يُخفون وما يُظهرون.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 الْإِنسَٰنُ أَنَّا خَلَقْنَٰهُ مِن نُّطْفَةٍ فَإِذَا هُوَ خَصِيمٌ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 الإنسان أنا خلقناه من نطفة، فإذا هو كثير الخصام واضح الجدال؟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وَضَرَبَ لَنَا مَثَلًا وَنَسِيَ خَلْقَهُ قَالَ مَن يُحْيِ الْعِظَٰمَ وَهِيَ رَمِيمٌ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وضرب لنا مثلًا ونسي أصل خلقه، قال: من يُحيي العظام وهي بالية؟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يُحْيِيهَا الَّذِي أَنشَأَهَآ أَوَّلَ مَرَّةٍ وَهُوَ بِكُلِّ خَلْقٍ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يُحييها الذي أوجدها أول مرة، وهو بكل خلق عليم.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جَعَلَ لَكُم مِّنَ الشَّجَرِ الْأَخْضَرِ نَارًا فَإِذَآ أَنتُم مِّنْهُ تُوقِدُونَ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جعل لكم من الشجر الأخضر نارًا، فإذا أنتم منه توقدون.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أَوَلَيْسَ الَّذِي خَلَقَ السَّمَٰوَٰتِ وَالْأَرْضَ بِقَٰدِرٍ عَلَىٰ أَن يَخْلُقَ مِثْلَهُم بَلَىٰ وَهُوَ الْخَلَّـٰقُ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أوليس الذي خلق السماوات والأرض بقادر على أن يخلق مثلهم؟ بلى، وهو الخلّاق العليم.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أَمْرُهُ إِذَآ أَرَادَ شَيْـًٔا أَن يَقُولَ لَهُ كُن فَيَكُونُ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أمره إذا أراد شيئًا أن يقول له: كن، فيكون.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فَسُبْحَٰنَ الَّذِي بِيَدِهِ مَلَكُوتُ كُلِّ شَيْءٍ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فتنزّه الله الذي بيده ملك كل شيء، وإليه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Image 0" descr="assets23/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3/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23 Tafsir">
  <a:themeElements>
    <a:clrScheme name="Juz 23 Tafsir">
      <a:dk1>
        <a:srgbClr val="222B25"/>
      </a:dk1>
      <a:lt1>
        <a:srgbClr val="FFFFFF"/>
      </a:lt1>
      <a:dk2>
        <a:srgbClr val="1F5E3B"/>
      </a:dk2>
      <a:lt2>
        <a:srgbClr val="F5FAF6"/>
      </a:lt2>
      <a:accent1>
        <a:srgbClr val="1F5E3B"/>
      </a:accent1>
      <a:accent2>
        <a:srgbClr val="C9A04A"/>
      </a:accent2>
      <a:accent3>
        <a:srgbClr val="2D7A4E"/>
      </a:accent3>
      <a:accent4>
        <a:srgbClr val="5F6B63"/>
      </a:accent4>
      <a:accent5>
        <a:srgbClr val="E4F0E8"/>
      </a:accent5>
      <a:accent6>
        <a:srgbClr val="8A2F2A"/>
      </a:accent6>
      <a:hlink>
        <a:srgbClr val="2D7A4E"/>
      </a:hlink>
      <a:folHlink>
        <a:srgbClr val="5F6B63"/>
      </a:folHlink>
    </a:clrScheme>
    <a:fontScheme name="Juz 23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107</Slides>
  <Notes>107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107</vt:i4>
      </vt:variant>
    </vt:vector>
  </HeadingPairs>
  <TitlesOfParts>
    <vt:vector size="11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وما لي — مبسّط من تفسير ابن كثير</dc:title>
  <dc:subject>PptxGenJS Presentation</dc:subject>
  <dc:creator>معلم القرآن الكريم</dc:creator>
  <cp:lastModifiedBy>معلم القرآن الكريم</cp:lastModifiedBy>
  <cp:revision>1</cp:revision>
  <dcterms:created xsi:type="dcterms:W3CDTF">2026-10-03T21:25:19Z</dcterms:created>
  <dcterms:modified xsi:type="dcterms:W3CDTF">2026-10-03T21:25:19Z</dcterms:modified>
</cp:coreProperties>
</file>
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Lst>
  <p:notesMasterIdLst>
    <p:notesMasterId r:id="rId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523c975b-760d-99d9-d6aa-c077812cf41e}">
          <p14:sldIdLst>
            <p14:sldId id="256"/>
            <p14:sldId id="257"/>
            <p14:sldId id="258"/>
          </p14:sldIdLst>
        </p14:section>
        <p14:section name="سورة الجاثية" id="{bc8ce032-d5b4-0c9d-e33a-389c26b5b6ae}">
          <p14:sldIdLst>
            <p14:sldId id="259"/>
            <p14:sldId id="260"/>
            <p14:sldId id="261"/>
            <p14:sldId id="262"/>
            <p14:sldId id="263"/>
            <p14:sldId id="264"/>
            <p14:sldId id="265"/>
            <p14:sldId id="266"/>
            <p14:sldId id="267"/>
            <p14:sldId id="268"/>
            <p14:sldId id="269"/>
            <p14:sldId id="270"/>
            <p14:sldId id="271"/>
            <p14:sldId id="272"/>
            <p14:sldId id="273"/>
          </p14:sldIdLst>
        </p14:section>
        <p14:section name="سورة الدخان" id="{7728cfa3-ec06-4f16-4c04-ed0de4dce0e2}">
          <p14:sldIdLst>
            <p14:sldId id="274"/>
            <p14:sldId id="275"/>
            <p14:sldId id="276"/>
            <p14:sldId id="277"/>
            <p14:sldId id="278"/>
            <p14:sldId id="279"/>
            <p14:sldId id="280"/>
            <p14:sldId id="281"/>
            <p14:sldId id="282"/>
            <p14:sldId id="283"/>
            <p14:sldId id="284"/>
            <p14:sldId id="285"/>
            <p14:sldId id="286"/>
            <p14:sldId id="287"/>
            <p14:sldId id="288"/>
            <p14:sldId id="289"/>
          </p14:sldIdLst>
        </p14:section>
        <p14:section name="سورة الزخرف" id="{ef3ea03e-8934-709f-456a-e41567710ec5}">
          <p14:sldIdLst>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Lst>
        </p14:section>
        <p14:section name="سورة الشورى" id="{7906fa88-6112-1154-cd23-071b31d1616a}">
          <p14:sldIdLst>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Lst>
        </p14:section>
        <p14:section name="سورة فصلت" id="{a6550926-8f6f-3138-92d9-f6fd0a3e38b2}">
          <p14:sldIdLst>
            <p14:sldId id="343"/>
            <p14:sldId id="344"/>
            <p14:sldId id="345"/>
            <p14:sldId id="346"/>
            <p14:sldId id="347"/>
          </p14:sldIdLst>
        </p14:section>
        <p14:section name="الخاتمة" id="{b6803545-2e84-d0e3-2a00-58ef3567b561}">
          <p14:sldIdLst>
            <p14:sldId id="3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notesMaster" Target="notesMasters/notesMaster1.xml"/><Relationship Id="rId96" Type="http://schemas.openxmlformats.org/officeDocument/2006/relationships/presProps" Target="presProps.xml"/><Relationship Id="rId97" Type="http://schemas.openxmlformats.org/officeDocument/2006/relationships/viewProps" Target="viewProps.xml"/><Relationship Id="rId98" Type="http://schemas.openxmlformats.org/officeDocument/2006/relationships/theme" Target="theme/theme1.xml"/><Relationship Id="rId9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الجاثية ثم نصعد سورةً سورة حتى نصل إلى سورة فصلت،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سُمّيت السورة «الجاثية»؟ اقرأ الآية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في أي ليلة نزل القرآن؟ وما الذي يُفرَق فيها؟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نقول عند ركوب الدابة أو السيارة؟ ابحث عنه في الآيتين 13–14.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ثلاثًا من صفات المؤمنين في الآيات 36–43.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أين يُري الله الناسَ آياته كما في الآية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5/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5/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5/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4.xml"/><Relationship Id="rId4" Type="http://schemas.openxmlformats.org/officeDocument/2006/relationships/notesSlide" Target="../notesSlides/notesSlide9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5/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إليه يُرَدّ</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5/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الجاثية إلى سورة فصلت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الفيروزي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إليه يُرَدّ</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الجاثية صعودًا إلى سورة فصلت</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الجاثية</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الدخان</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الزخرف</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الشورى</a:t>
            </a:r>
            <a:endParaRPr lang="ar-SA" sz="1500" dirty="0"/>
          </a:p>
        </p:txBody>
      </p:sp>
      <p:sp>
        <p:nvSpPr>
          <p:cNvPr id="12" name="Shape 10"/>
          <p:cNvSpPr/>
          <p:nvPr/>
        </p:nvSpPr>
        <p:spPr>
          <a:xfrm>
            <a:off x="4765396" y="1920240"/>
            <a:ext cx="1298448" cy="530352"/>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4765396"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٥  </a:t>
            </a:r>
            <a:pPr rtl="1" algn="ctr" indent="0" marL="0">
              <a:buNone/>
            </a:pPr>
            <a:r>
              <a:rPr lang="ar-SA" altLang="en-US" sz="1500" b="1" dirty="0">
                <a:solidFill>
                  <a:schemeClr val="tx2"/>
                </a:solidFill>
              </a:rPr>
              <a:t>فصلت</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الجاثية</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٣٧</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يرد لمجمل السورة سبب نزول مشهور. وفي قوله: ﴿وما يُهلكنا إلا الدهر﴾ قال النبي صلى الله عليه وسلم: قال الله تعالى: «يؤذيني ابن آدم، يسبّ الدهر، وأنا الدهر، بيدي الأمر أقلّب الليل والنهار»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عرض آيات الله في الكون والإنسان، وتحذير المستكبرين عن سماعها، وبيان أن الناس يوم القيامة يجثون على رُكَبهم ويُعرض عليهم كتاب أعمالهم.</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 المؤلّف من حروف يعرفها العرب.</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الْكِتَٰبِ مِنَ اللَّهِ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منزَّل من الله العزيز في ملكه، الحكيم في أمره وشرعه.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فِي السَّمَٰوَٰتِ وَالْأَرْضِ لَأيَٰتٍ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في خلق السماوات والأرض لدلائل واضحة على قدرة الله للمؤمنين.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وَفِي خَلْقِكُمْ وَمَا يَبُثُّ مِن دَآبَّةٍ ءَايَٰتٌ لِّقَوْمٍ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خلقكم أيها الناس، وما ينشره الله من الحيوانات، دلائلُ لقوم يوقنون.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وَاخْتِلَٰفِ الَّيْلِ وَالنَّهَارِ وَمَآ أَنزَلَ اللَّهُ مِنَ السَّمَآءِ مِن رِّزْقٍ فَأَحْيَا بِهِ الْأَرْضَ بَعْدَ مَوْتِهَا وَتَصْرِيفِ الرِّيَٰحِ ءَايَٰتٌ لِّقَوْمٍ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وفي تعاقب الليل والنهار، والمطر الذي يُحيي الله به الأرض بعد يُبسها، وتقليب الرياح، دلائل لقوم يعقلون.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ءَايَٰتُ اللَّهِ نَتْلُوهَا عَلَيْكَ بِالْحَقِّ فَبِأَيِّ حَدِيثٍ بَعْدَ اللَّهِ وَءَايَٰتِهِ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هذه آيات الله نقرؤها عليك بالحق، فإذا لم يؤمنوا بها فبأيّ كلام بعد كلام الله وآياته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لِّكُلِّ أَفَّاكٍ أَثِيمٍ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لكل كذّاب كثير الآثام.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يَسْمَعُ ءَايَٰتِ اللَّهِ تُتْلَىٰ عَلَيْهِ ثُمَّ يُصِرُّ مُسْتَكْبِرًا كَأَن لَّمْ يَسْمَعْهَا فَبَشِّرْهُ بِعَذَابٍ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يسمع آيات الله تُقرأ عليه، ثم يستمرّ على كفره متكبّرًا كأنه لم يسمعها، فبشّره بعذاب موجع.</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عَلِمَ مِنْ ءَايَٰتِنَا شَيْـًٔا اتَّخَذَهَا هُزُوًا أُوْلَـٰئِكَ لَهُمْ عَذَابٌ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عرف شيئًا من آياتنا جعلها موضع سخرية، أولئك لهم عذاب يُهينهم.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وَرَآئِهِمْ جَهَنَّمُ وَلَا يُغْنِي عَنْهُم مَّا كَسَبُواْ شَيْـًٔا وَلَا مَا اتَّخَذُواْ مِن دُونِ اللَّهِ أَوْلِيَآءَ وَلَهُمْ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أمامهم جهنم، ولا تنفعهم أموالهم ولا الأصنام التي عبدوها من دون الله، ولهم عذاب عظيم.</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هُدًى وَالَّذِينَ كَفَرُواْ بِـَٔايَٰتِ رَبِّهِمْ لَهُمْ عَذَابٌ مِّن رِّجْزٍ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هدى، والذين كفروا بآيات ربهم لهم عذاب من أشدّ العذاب وأوجعه.</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سَخَّرَ لَكُمُ الْبَحْرَ لِتَجْرِيَ الْفُلْكُ فِيهِ بِأَمْرِهِ وَلِتَبْتَغُواْ مِن فَضْلِهِ وَلَعَلَّكُمْ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ذلّل لكم البحر لتجري فيه السفن بأمره، ولتطلبوا من رزقه بالتجارة والصيد، ولعلكم تشكرونه.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وَسَخَّرَ لَكُم مَّا فِي السَّمَٰوَٰتِ وَمَا فِي الْأَرْضِ جَمِيعًا مِّنْهُ إِنَّ فِي ذَٰلِكَ لَأيَٰتٍ لِّقَوْمٍ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وذلّل لكم كل ما في السماوات والأرض، كله نعمة منه وحده، إن في ذلك لدلائل لقوم يتفكّرون.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لِّلَّذِينَ ءَامَنُواْ يَغْفِرُواْ لِلَّذِينَ لَا يَرْجُونَ أَيَّامَ اللَّهِ لِيَجْزِيَ قَوْمًا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للمؤمنين يصفحوا عن الكفار الذين لا يخافون عقاب الله، فإن الله هو الذي سيجزي كل قوم بأعمالهم.</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عَمِلَ صَٰلِحًا فَلِنَفْسِهِ وَمَنْ أَسَآءَ فَعَلَيْهَا ثُمَّ إِلَىٰ رَبِّكُمْ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عمل عملًا صالحًا فنفعُه لنفسه، ومن أساء فضرره عليها، ثم إلى ربكم ترجعون للحساب.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ءَاتَيْنَا بَنِي إِسْرَـٰءِيلَ الْكِتَٰبَ وَالْحُكْمَ وَالنُّبُوَّةَ وَرَزَقْنَٰهُم مِّنَ الطَّيِّبَٰتِ وَفَضَّلْنَٰهُمْ عَلَى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أعطينا بني إسرائيل التوراة والحكم والنبوة، ورزقناهم من الطيبات، وفضّلناهم على أهل زمانهم.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وَءَاتَيْنَٰهُم بَيِّنَٰتٍ مِّنَ الْأَمْرِ فَمَا اخْتَلَفُواْ إِلَّا مِن بَعْدِ مَا جَآءَهُمُ الْعِلْمُ بَغْيًا بَيْنَهُمْ إِنَّ رَبَّكَ يَقْضِي بَيْنَهُمْ يَوْمَ الْقِيَٰمَةِ فِيمَا كَانُواْ فِيهِ يَخْتَلِفُونَ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وأعطيناهم أدلة واضحة في الدين، فما اختلفوا إلا بعد أن جاءهم العلم، حسدًا وظلمًا بينهم، والله يقضي بينهم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جَعَلْنَٰكَ عَلَىٰ شَرِيعَةٍ مِّنَ الْأَمْرِ فَاتَّبِعْهَا وَلَا تَتَّبِعْ أَهْوَآءَ الَّذِينَ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جعلناك يا محمد على طريقة واضحة من الدين، فاتّبعها، ولا تتّبع أهواء الجاهلين.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لَن يُغْنُواْ عَنكَ مِنَ اللَّهِ شَيْـًٔا وَإِنَّ الظَّـٰلِمِينَ بَعْضُهُمْ أَوْلِيَآءُ بَعْضٍ وَاللَّهُ وَلِيُّ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إنهم لن يدفعوا عنك من عذاب الله شيئًا إن اتّبعتهم، والظالمون ينصر بعضهم بعضًا، والله ناصر المتقين.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بَصَـٰئِرُ لِلنَّاسِ وَهُدًى وَرَحْمَةٌ لِّقَوْمٍ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بصائر يُبصر بها الناس الحق، وهدى ورحمة لقوم يوقنون.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حَسِبَ الَّذِينَ اجْتَرَحُواْ السَّيِّـَٔاتِ أَن نَّجْعَلَهُمْ كَالَّذِينَ ءَامَنُواْ وَعَمِلُواْ الصَّـٰلِحَٰتِ سَوَآءً مَّحْيَاهُمْ وَمَمَاتُهُمْ سَآءَ مَا يَحْكُمُونَ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أيظنّ الذين عملوا السيئات أن نجعلهم مثل المؤمنين الصالحين في الحياة والممات؟ بئس هذا الحكم!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وَخَلَقَ اللَّهُ السَّمَٰوَٰتِ وَالْأَرْضَ بِالْحَقِّ وَلِتُجْزَىٰ كُلُّ نَفْسٍ بِمَا كَسَبَتْ وَهُمْ لَا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وخلق الله السماوات والأرض بالحق، لتُجزى كل نفس بما عملت، وهم لا يُظلمون.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أَفَرَءَيْتَ مَنِ اتَّخَذَ إِلَٰهَهُ هَوَىٰهُ وَأَضَلَّهُ اللَّهُ عَلَىٰ عِلْمٍ وَخَتَمَ عَلَىٰ سَمْعِهِ وَقَلْبِهِ وَجَعَلَ عَلَىٰ بَصَرِهِ غِشَٰوَةً فَمَن يَهْدِيهِ مِن بَعْدِ اللَّهِ أَفَلَا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أرأيت من جعل هواه إلهًا يتّبعه، فأضلّه الله وهو يعلم أنه لا يستحق الهداية، وختم على سمعه وقلبه، وجعل على بصره غطاء، فمن يهديه بعد الله؟ أفلا تتذكّرون؟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مَا هِيَ إِلَّا حَيَاتُنَا الدُّنْيَا نَمُوتُ وَنَحْيَا وَمَا يُهْلِكُنَآ إِلَّا الدَّهْرُ وَمَا لَهُم بِذَٰلِكَ مِنْ عِلْمٍ إِنْ هُمْ إِلَّا يَظُنُّونَ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المنكرون للبعث: ما هي إلا هذه الحياة، يموت قوم ويحيا آخرون، وما يُهلكنا إلا مرور الزمان، وليس لهم بذلك علم، إنما هو ظن.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مَّا كَانَ حُجَّتَهُمْ إِلَّآ أَن قَالُواْ ائْتُواْ بِـَٔابَآئِنَآ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قُرئت عليهم آياتنا الواضحة، لم يكن لهم حجة إلا أن قالوا: أحيوا آباءنا الموتى إن كنتم صادقين.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اللَّهُ يُحْيِيكُمْ ثُمَّ يُمِيتُكُمْ ثُمَّ يَجْمَعُكُمْ إِلَىٰ يَوْمِ الْقِيَٰمَةِ لَا رَيْبَ فِيهِ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الله يُحييكم ثم يُميتكم، ثم يجمعكم ليوم القيامة الذي لا شك فيه، ولكن أكثر الناس لا يعلمون.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مُلْكُ السَّمَٰوَٰتِ وَالْأَرْضِ وَيَوْمَ تَقُومُ السَّاعَةُ يَوْمَئِذٍ يَخْسَرُ الْمُبْطِلُونَ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ملك السماوات والأرض، ويوم تقوم القيامة يخسر أهل الباطل.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9598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وَتَرَىٰ كُلَّ أُمَّةٍ جَاثِيَةً كُلُّ أُمَّةٍ تُدْعَىٰ إِلَىٰ كِتَٰبِهَا الْيَوْمَ تُجْزَوْنَ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وترى كل أمة يومئذ جاثيةً على رُكَبها من شدة الهول، كل أمة تُدعى إلى كتاب أعمالها: اليوم تُجزون بما كنتم تعملون.</a:t>
            </a:r>
            <a:endParaRPr lang="ar-SA" sz="3200" dirty="0"/>
          </a:p>
        </p:txBody>
      </p:sp>
      <p:sp>
        <p:nvSpPr>
          <p:cNvPr id="9" name="Shape 7"/>
          <p:cNvSpPr/>
          <p:nvPr/>
        </p:nvSpPr>
        <p:spPr>
          <a:xfrm>
            <a:off x="2103120" y="2874264"/>
            <a:ext cx="8641080" cy="0"/>
          </a:xfrm>
          <a:prstGeom prst="line">
            <a:avLst/>
          </a:prstGeom>
          <a:noFill/>
          <a:ln w="9525">
            <a:solidFill>
              <a:schemeClr val="accent2"/>
            </a:solidFill>
            <a:prstDash val="dash"/>
          </a:ln>
        </p:spPr>
      </p:sp>
      <p:sp>
        <p:nvSpPr>
          <p:cNvPr id="10" name="Shape 8"/>
          <p:cNvSpPr/>
          <p:nvPr/>
        </p:nvSpPr>
        <p:spPr>
          <a:xfrm>
            <a:off x="10927080" y="3090672"/>
            <a:ext cx="548640" cy="548640"/>
          </a:xfrm>
          <a:prstGeom prst="star8">
            <a:avLst/>
          </a:prstGeom>
          <a:solidFill>
            <a:schemeClr val="accent2"/>
          </a:solidFill>
          <a:ln/>
        </p:spPr>
      </p:sp>
      <p:sp>
        <p:nvSpPr>
          <p:cNvPr id="11" name="Shape 9"/>
          <p:cNvSpPr/>
          <p:nvPr/>
        </p:nvSpPr>
        <p:spPr>
          <a:xfrm>
            <a:off x="11036808" y="32004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906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0723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كِتَٰبُنَا يَنطِقُ عَلَيْكُم بِالْحَقِّ إِنَّا كُنَّا نَسْتَنسِخُ 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كتابنا يشهد عليكم بالحق، إنا كنا نأمر الملائكة بكتابة ما كنتم تعملون.</a:t>
            </a:r>
            <a:endParaRPr lang="ar-SA" sz="3200" dirty="0"/>
          </a:p>
        </p:txBody>
      </p:sp>
      <p:sp>
        <p:nvSpPr>
          <p:cNvPr id="14" name="Shape 12"/>
          <p:cNvSpPr/>
          <p:nvPr/>
        </p:nvSpPr>
        <p:spPr>
          <a:xfrm>
            <a:off x="2103120" y="4212336"/>
            <a:ext cx="8641080" cy="0"/>
          </a:xfrm>
          <a:prstGeom prst="line">
            <a:avLst/>
          </a:prstGeom>
          <a:noFill/>
          <a:ln w="9525">
            <a:solidFill>
              <a:schemeClr val="accent2"/>
            </a:solidFill>
            <a:prstDash val="dash"/>
          </a:ln>
        </p:spPr>
      </p:sp>
      <p:sp>
        <p:nvSpPr>
          <p:cNvPr id="15" name="Shape 13"/>
          <p:cNvSpPr/>
          <p:nvPr/>
        </p:nvSpPr>
        <p:spPr>
          <a:xfrm>
            <a:off x="10927080" y="4428744"/>
            <a:ext cx="548640" cy="548640"/>
          </a:xfrm>
          <a:prstGeom prst="star8">
            <a:avLst/>
          </a:prstGeom>
          <a:solidFill>
            <a:schemeClr val="accent2"/>
          </a:solidFill>
          <a:ln/>
        </p:spPr>
      </p:sp>
      <p:sp>
        <p:nvSpPr>
          <p:cNvPr id="16" name="Shape 14"/>
          <p:cNvSpPr/>
          <p:nvPr/>
        </p:nvSpPr>
        <p:spPr>
          <a:xfrm>
            <a:off x="11036808" y="4538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28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4104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الَّذِينَ ءَامَنُواْ وَعَمِلُواْ الصَّـٰلِحَٰتِ فَيُدْخِلُهُمْ رَبُّهُمْ فِي رَحْمَتِهِ ذَٰلِكَ هُوَ الْفَوْزُ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المؤمنون الصالحون فيُدخلهم ربهم في رحمته وهي الجنة، ذلك هو الفوز الواضح.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الَّذِينَ كَفَرُواْ أَفَلَمْ تَكُنْ ءَايَٰتِي تُتْلَىٰ عَلَيْكُمْ فَاسْتَكْبَرْتُمْ وَكُنتُمْ قَوْمًا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الكافرون فيُقال لهم: ألم تكن آياتي تُقرأ عليكم، فتكبّرتم عن قبولها وكنتم قومًا مجرمين؟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إِنَّ وَعْدَ اللَّهِ حَقٌّ وَالسَّاعَةُ لَا رَيْبَ فِيهَا قُلْتُم مَّا نَدْرِي مَا السَّاعَةُ إِن نَّظُنُّ إِلَّا ظَنًّا وَمَا نَحْنُ بِمُسْتَيْقِنِينَ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لكم: إن وعد الله بالبعث حق والقيامة لا شك فيها، قلتم: لا ندري ما القيامة، نظنها ظنًّا ولسنا متيقّنين.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وَبَدَا لَهُمْ سَيِّـَٔاتُ مَا عَمِلُواْ وَحَاقَ بِهِم مَّا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وظهرت لهم يومئذ عقوبة سيئاتهم، ونزل بهم العذاب الذي كانوا يستهزئون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 الْيَوْمَ نَنسَىٰكُمْ كَمَا نَسِيتُمْ لِقَآءَ يَوْمِكُمْ هَٰذَا وَمَأْوَىٰكُمُ النَّارُ وَمَا لَكُم مِّن نَّـٰصِرِينَ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ويُقال لهم: اليوم نترككم في العذاب كما تركتم الاستعداد للقاء هذا اليوم، ومصيركم النار، وما لكم من ناصرين.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ذَٰلِكُم بِأَنَّكُمُ اتَّخَذْتُمْ ءَايَٰتِ اللَّهِ هُزُوًا وَغَرَّتْكُمُ الْحَيَوٰةُ الدُّنْيَا فَالْيَوْمَ لَا يُخْرَجُونَ مِنْهَا وَلَا هُمْ يُسْتَعْتَبُونَ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بأنكم سخرتم من آيات الله، وخدعتكم الحياة الدنيا، فاليوم لا يُخرجون من النار، ولا يُطلب منهم إرضاء ربهم.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الجاثية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فَلِلَّهِ الْحَمْدُ رَبِّ السَّمَٰوَٰتِ وَرَبِّ الْأَرْضِ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فلله الحمد كله، ربّ السماوات وربّ الأرض وربّ العالمين.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 الْكِبْرِيَآءُ فِي السَّمَٰوَٰتِ وَالْأَرْضِ وَهُوَ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 العظمة والجلال في السماوات والأرض، وهو العزيز الحكيم.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الدخان</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٥٩</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مسعود رضي الله عنه: لما أبطأت قريش عن الإسلام دعا عليهم النبي صلى الله عليه وسلم بسنين كسنيّ يوسف، فأصابهم قحط وجوع حتى أكلوا العظام، فجعل الرجل ينظر إلى السماء فيرى بينه وبينها كهيئة الدخان من الجوع، فأنزل الله: ﴿فارتقب يوم تأتي السماء بدخان مبين﴾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نزول القرآن في ليلة مباركة، وتهديد المكذبين بيوم الدخان، وقصة هلاك فرعون، ومقارنة بين طعام أهل النار ونعيم أهل الجنة.</a:t>
            </a:r>
            <a:endParaRPr lang="ar-SA"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وَالْكِتَٰبِ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بالقرآن الواضح في معانيه وأحكامه.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أَنزَلْنَٰهُ فِي لَيْلَةٍ مُّبَٰرَكَةٍ إِنَّا كُنَّا مُنذِرِينَ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 القرآن في ليلة كثيرة الخير والبركة، وهي ليلة القدر في رمضان، لننذر الناس.</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فِيهَا يُفْرَقُ كُلُّ أَمْرٍ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هذه الليلة يُفصَّل من اللوح المحفوظ كل أمر محكم من الآجال والأرزاق للسنة.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أَمْرًا مِّنْ عِندِنَآ إِنَّا كُنَّا 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أمرًا صادرًا من عندنا، إنا كنا مرسلين الرسل إلى الناس.</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رَحْمَةً مِّن رَّبِّكَ إِنَّهُ 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رحمةً من ربك بعباده، إنه هو السميع لأقوالهم، العليم بأحوالهم.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إِن كُنتُم مُّوقِنِينَ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السماوات والأرض وما بينهما، إن كنتم موقنين بذلك.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إِلَٰهَ إِلَّا هُوَ يُحْيِ وَيُمِيتُ رَبُّكُمْ وَرَبُّ ءَابَآئِكُمُ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معبود بحق إلا هو، يُحيي ويُميت، ربكم وربّ آبائكم الأولين.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هُمْ فِي شَكٍّ يَلْعَبُونَ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هؤلاء الكفار في شك من الحق، يلعبون ويلهون.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فَارْتَقِبْ يَوْمَ تَأْتِي السَّمَآءُ بِدُخَانٍ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فانتظر يا محمد يوم تأتي السماء بدخان واضح يراه الناس.</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يَغْشَى النَّاسَ هَٰذَا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يغطّي الناس، فيقولون: هذا عذاب موجع.</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رَّبَّنَا اكْشِفْ عَنَّا الْعَذَابَ إِنَّا 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يقولون: ربنا اكشف عنا العذاب، إنا سنؤمن.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أَنَّىٰ لَهُمُ الذِّكْرَىٰ وَقَدْ جَآءَهُمْ رَسُولٌ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كيف يتذكّرون وقد جاءهم رسول واضح الرسالة فلم يؤمنوا؟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تَوَلَّوْاْ عَنْهُ وَقَالُواْ مُعَلَّمٌ 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أعرضوا عنه وقالوا: يعلّمه غيره، وهو مجنون.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كَاشِفُواْ الْعَذَابِ قَلِيلًا إِنَّكُمْ عَآئِدُونَ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سنكشف العذاب عنكم قليلًا، فتعودون إلى كفركم.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نَبْطِشُ الْبَطْشَةَ الْكُبْرَىٰ إِنَّا مُنتَقِمُونَ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نأخذهم بالعقوبة الكبرى، إنا منتقمون منهم. قال ابن مسعود: هي يوم بدر.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فَتَنَّا قَبْلَهُمْ قَوْمَ فِرْعَوْنَ وَجَآءَهُمْ رَسُولٌ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اختبرنا قبلهم قوم فرعون، وجاءهم رسول كريم هو موسى عليه السلام.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أَدُّواْ إِلَيَّ عِبَادَ اللَّهِ إِنِّي لَكُمْ رَسُولٌ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لهم: أطلقوا معي بني إسرائيل عباد الله، إني لكم رسول أمين.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لَّا تَعْلُواْ عَلَى اللَّهِ إِنِّي ءَاتِيكُم بِسُلْطَٰنٍ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تتكبّروا على الله، إني آتيكم بحجة واضحة.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وَإِنِّي عُذْتُ بِرَبِّي وَرَبِّكُمْ أَن تَرْجُمُونِ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وإني استجرت بربي وربكم أن تقتلوني رجمًا.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لَّمْ تُؤْمِنُواْ لِي فَاعْتَزِلُونِ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لم تصدّقوني فاتركوني ولا تؤذوني.</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فَدَعَا رَبَّهُ أَنَّ هَـٰؤُلَآءِ قَوْمٌ 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فدعا موسى ربه: إن هؤلاء قوم مجرمون.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فَأَسْرِ بِعِبَادِي لَيْلًا إِنَّكُم مُّتَّبَعُونَ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الله: اخرج بعبادي ليلًا، إن فرعون وجنوده سيتبعونكم.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وَاتْرُكِ الْبَحْرَ رَهْوًا إِنَّهُمْ جُندٌ مُّغْرَقُونَ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واترك البحر ساكنًا مفتوحًا كما هو، إنهم جند سيُغرَقون.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كَمْ تَرَكُواْ مِن جَنَّـٰتٍ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كم ترك فرعون وقومه بعد غرقهم من بساتين وعيون جارية.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وَزُرُوعٍ وَمَقَامٍ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وزروع، ومنازل حسنة.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وَنَعْمَةٍ كَانُواْ فِيهَا فَٰكِهِينَ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ونعيم كانوا فيه متلذّذين.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وَأَوْرَثْنَٰهَا قَوْمًا ءَاخَرِينَ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أهلكناهم، وأورثنا نعمهم قومًا آخرين.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بَكَتْ عَلَيْهِمُ السَّمَآءُ وَالْأَرْضُ وَمَا كَانُواْ مُنظَرِينَ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بكت عليهم السماء ولا الأرض لهوانهم، وما كانوا مُمهَلين.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نَجَّيْنَا بَنِي إِسْرَـٰءِيلَ مِنَ الْعَذَابِ الْمُهِينِ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نجّينا بني إسرائيل من العذاب المُذلّ.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فِرْعَوْنَ إِنَّهُ كَانَ عَالِيًا مِّنَ الْمُسْرِفِينَ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فرعون، إنه كان متكبّرًا متجاوزًا الحدّ في الظلم.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اخْتَرْنَٰهُمْ عَلَىٰ عِلْمٍ عَلَى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اخترنا بني إسرائيل على علم منا على أهل زمانهم.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وَءَاتَيْنَٰهُم مِّنَ الْأيَٰتِ مَا فِيهِ بَلَـٰؤٌاْ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وآتيناهم من المعجزات ما فيه اختبار واضح لهم.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هَـٰؤُلَآءِ لَيَقُولُونَ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هؤلاء المشركين ليقولون: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هِيَ إِلَّا مَوْتَتُنَا الْأُولَىٰ وَمَا نَحْنُ بِمُنشَرِينَ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هي إلا موتتنا الأولى في الدنيا، ولن نُبعث.</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فَأْتُواْ بِـَٔابَآئِنَآ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فأحيوا آباءنا الموتى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أَهُمْ خَيْرٌ أَمْ قَوْمُ تُبَّعٍ وَالَّذِينَ مِن قَبْلِهِمْ أَهْلَكْنَٰهُمْ إِنَّهُمْ كَانُواْ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أهم أقوى أم قوم تُبّع ملك اليمن والأمم قبلهم؟ أهلكناهم لأنهم كانوا مجرمين.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خَلَقْنَا السَّمَٰوَٰتِ وَالْأَرْضَ وَمَا بَيْنَهُمَا لَٰعِبِينَ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خلقنا السماوات والأرض وما بينهما لعبًا وعبثًا.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خَلَقْنَٰهُمَآ إِلَّا بِالْحَقِّ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خلقناهما إلا بالحق والحكمة، ولكن أكثر الكفار لا يعلمون.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يَوْمَ الْفَصْلِ مِيقَٰتُهُمْ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يوم القيامة الذي يُفصل فيه بين الناس موعدهم جميعًا.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لَا يُغْنِي مَوْلًى عَن مَّوْلًى شَيْـًٔا وَلَا هُمْ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لا ينفع قريبٌ قريبَه بشيء، ولا هم يُنصرون.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رَّحِمَ اللَّهُ إِنَّهُ هُوَ الْعَزِيزُ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رحمه الله من المؤمنين، إنه هو العزيز الرحيم.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شَجَرَتَ الزَّقُّومِ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شجرة الزقوم التي تنبت في أصل الجحيم.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طَعَامُ الْأَثِيمِ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هي طعام كثير الآثام.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كَالْمُهْلِ يَغْلِي فِي الْبُطُونِ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كالزيت المغلي الأسود، يغلي في البطون.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كَغَلْيِ الْحَمِيمِ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كغليان الماء الشديد الحرارة.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خُذُوهُ فَاعْتِلُوهُ إِلَىٰ سَوَآءِ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للملائكة: خذوه فجرّوه بعنف إلى وسط الجحيم.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صُبُّواْ فَوْقَ رَأْسِهِ مِنْ عَذَابِ الْحَمِيمِ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صبّوا فوق رأسه من الماء الحار.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ذُقْ إِنَّكَ أَنتَ الْعَزِيزُ الْكَرِيمُ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ويُقال له تهكّمًا: ذُق العذاب، إنك أنت الذي كنت تزعم أنك العزيز الكريم.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مَا كُنتُم بِهِ تَمْتَرُونَ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هذا العذاب هو ما كنتم تشكّون فيه في الدنيا.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الْمُتَّقِينَ فِي مَقَامٍ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المتقين في مكان آمن من كل خوف.</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جَنَّـٰتٍ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جنات وعيون جارية.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يَلْبَسُونَ مِن سُندُسٍ وَإِسْتَبْرَقٍ مُّتَقَٰبِلِينَ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يلبسون الحرير الرقيق والغليظ، متقابلين في مجالسهم.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وَزَوَّجْنَٰهُم بِحُورٍ 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كذلك أكرمناهم، وزوّجناهم بنساء حِسان واسعات العيون.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يَدْعُونَ فِيهَا بِكُلِّ فَٰكِهَةٍ ءَامِنِينَ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يطلبون فيها كل نوع من الفاكهة، آمنين من انقطاعها وضررها.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يَذُوقُونَ فِيهَا الْمَوْتَ إِلَّا الْمَوْتَةَ الْأُولَىٰ وَوَقَىٰهُمْ عَذَابَ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يموتون فيها أبدًا بعد موتتهم الأولى في الدنيا، ووقاهم ربهم عذاب الجحيم.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الدخان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فَضْلًا مِّن رَّبِّكَ ذَٰلِكَ هُوَ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كله فضل من ربك، ذلك هو الفوز العظيم.</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فَإِنَّمَا يَسَّرْنَٰهُ بِلِسَانِكَ لَعَلَّهُمْ يَتَذَكَّرُونَ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فإنما سهّلنا القرآن بلغتك العربية لعلهم يتذكّرون.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فَارْتَقِبْ إِنَّهُم مُّرْتَقِبُونَ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فانتظر ما وعدك الله من النصر، إنهم منتظرون هلاكك، والعاقبة للمتقين.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الزخرف</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٨٩</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عن ابن عباس: لما نزل ﴿إنكم وما تعبدون من دون الله حصب جهنم﴾ قال المشركون: فعيسى يُعبد من دون الله، أفهو في النار؟ ففرحوا وضجّوا، فأنزل الله: ﴿ولما ضُرب ابن مريم مثلًا إذا قومك منه يصدّون﴾، وبيّن أن عيسى عبد أنعم الله عليه، وليس داخلًا في الوعيد.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الردّ على تقليد الآباء في الشرك، وبيان أن زينة الدنيا وزخرفها لا قيمة لها عند الله، وقصة موسى مع فرعون، وبيان حقيقة عيسى عليه السلام، ونعيم المتقين.</a:t>
            </a:r>
            <a:endParaRPr lang="ar-SA"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وَالْكِتَٰبِ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بالقرآن الواضح.</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جَعَلْنَٰهُ قُرْءَٰنًا عَرَبِيًّا لَّعَلَّكُمْ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أنزلناه قرآنًا بلغة العرب لعلكم تفهمونه وتعقلونه.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فِي أُمِّ الْكِتَٰبِ لَدَيْنَا لَعَلِيٌّ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وإنه في اللوح المحفوظ عندنا عالي المنزلة، محكَم لا خلل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أَفَنَضْرِبُ عَنكُمُ الذِّكْرَ صَفْحًا أَن كُنتُمْ قَوْمًا 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أنترك تذكيركم بالقرآن ونُعرض عنكم لأنكم قوم مسرفون في الكفر؟ لا، بل نذكّركم رحمةً بكم.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أَرْسَلْنَا مِن نَّبِيٍّ فِي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أرسلنا من نبي في الأمم السابقة.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يَأْتِيهِم مِّن نَّبِيٍّ إِلَّا كَانُواْ بِهِ يَسْتَهْزِءُونَ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يأتيهم نبي إلا سخروا منه.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فَأَهْلَكْنَآ أَشَدَّ مِنْهُم بَطْشًا وَمَضَىٰ مَثَلُ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فأهلكنا أممًا أقوى من قريش، ومضت قصص الأولين عبرةً للناس.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سَأَلْتَهُم مَّنْ خَلَقَ السَّمَٰوَٰتِ وَالْأَرْضَ لَيَقُولُنَّ خَلَقَهُنَّ الْعَزِيزُ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سألت المشركين: من خلق السماوات والأرض؟ ليقولُنّ: خلقهن العزيز العليم.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جَعَلَ لَكُمُ الْأَرْضَ مَهْدًا وَجَعَلَ لَكُمْ فِيهَا سُبُلًا لَّعَلَّكُمْ تَهْتَدُونَ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جعل لكم الأرض ممهّدة كالفراش، وجعل لكم فيها طرقًا لعلكم تهتدون إلى أماكنكم.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نَزَّلَ مِنَ السَّمَآءِ مَآءً بِقَدَرٍ فَأَنشَرْنَا بِهِ بَلْدَةً مَّيْتًا كَذَٰلِكَ تُخْرَجُونَ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أنزل من السماء مطرًا بمقدار الحاجة، فأحيينا به أرضًا يابسة، وكذلك تُخرجون من قبوركم.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 خَلَقَ الْأَزْوَٰجَ كُلَّهَا وَجَعَلَ لَكُم مِّنَ الْفُلْكِ وَالْأَنْعَٰمِ مَا تَرْكَبُونَ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 خلق الأصناف كلها، وجعل لكم من السفن والأنعام ما تركبون.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لِتَسْتَوُاْ عَلَىٰ ظُهُورِهِ ثُمَّ تَذْكُرُواْ نِعْمَةَ رَبِّكُمْ إِذَا اسْتَوَيْتُمْ عَلَيْهِ وَتَقُولُواْ سُبْحَٰنَ الَّذِي سَخَّرَ لَنَا هَٰذَا وَمَا كُنَّا لَهُ مُقْرِنِينَ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لتستقرّوا على ظهورها، ثم تذكروا نعمة ربكم، وتقولوا: سبحان الذي سخّر لنا هذا وما كنا له مطيقين.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إِلَىٰ رَبِّنَا لَمُنقَلِبُونَ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وتقولوا: وإنا إلى ربنا لراجعون. وكان النبي صلى الله عليه وسلم يقول هذا الدعاء إذا ركب دابته للسفر.</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وَجَعَلُواْ لَهُ مِنْ عِبَادِهِ جُزْءًا إِنَّ الْإِنسَٰنَ لَكَفُورٌ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 المشركون لله من خلقه ولدًا حين قالوا: الملائكة بنات الله، إن الإنسان لجحود ظاهر الجحود.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اتَّخَذَ مِمَّا يَخْلُقُ بَنَاتٍ وَأَصْفَىٰكُم بِالْبَنِينَ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أيختار الله لنفسه البنات ويخصّكم أنتم بالبنين؟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بُشِّرَ أَحَدُهُم بِمَا ضَرَبَ لِلرَّحْمَٰنِ مَثَلًا ظَلَّ وَجْهُهُ مُسْوَدًّا وَهُوَ كَظِيمٌ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بُشّر أحدهم بالبنت التي نسبوا مثلها لله، صار وجهه مسودًّا من الغمّ، وهو ممتلئ حزنًا.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أَوَمَن يُنَشَّؤُاْ فِي الْحِلْيَةِ وَهُوَ فِي الْخِصَامِ غَيْرُ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أيجعلون لله مَن تُربّى في الزينة والحليّ، وهي في الجدال لا تُظهر حجتها؟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وَجَعَلُواْ الْمَلَـٰئِكَةَ الَّذِينَ هُمْ عِبَٰدُ الرَّحْمَٰنِ إِنَٰثًا أَشَهِدُواْ خَلْقَهُمْ سَتُكْتَبُ شَهَٰدَتُهُمْ وَيُسْـَٔلُونَ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وجعلوا الملائكة الذين هم عباد الرحمن إناثًا، أحضروا خلقهم؟ ستُكتب شهادتهم الكاذبة ويُسألون عنها.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لَوْ شَآءَ الرَّحْمَٰنُ مَا عَبَدْنَٰهُم مَّا لَهُم بِذَٰلِكَ مِنْ عِلْمٍ إِنْ هُمْ إِلَّا يَخْرُصُونَ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لو شاء الرحمن ما عبدنا الملائكة، ليس لهم بذلك علم، إنما يكذبون.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ءَاتَيْنَٰهُمْ كِتَٰبًا مِّن قَبْلِهِ فَهُم بِهِ مُسْتَمْسِكُونَ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أعطيناهم كتابًا قبل القرآن فهم متمسّكون به في عبادتهم؟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قَالُواْ إِنَّا وَجَدْنَآ ءَابَآءَنَا عَلَىٰ أُمَّةٍ وَإِنَّا عَلَىٰ ءَاثَٰرِهِم مُّهْتَدُونَ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قالوا: وجدنا آباءنا على دين، ونحن على آثارهم مهتدون.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مَآ أَرْسَلْنَا مِن قَبْلِكَ فِي قَرْيَةٍ مِّن نَّذِيرٍ إِلَّا قَالَ مُتْرَفُوهَآ إِنَّا وَجَدْنَآ ءَابَآءَنَا عَلَىٰ أُمَّةٍ وَإِنَّا عَلَىٰ ءَاثَٰرِهِم مُّقْتَدُونَ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ما أرسلنا قبلك في قرية من نذير إلا قال أغنياؤها المترفون: وجدنا آباءنا على دين، ونحن على آثارهم مقتدون.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أَوَلَوْ جِئْتُكُم بِأَهْدَىٰ مِمَّا وَجَدتُّمْ عَلَيْهِ ءَابَآءَكُمْ قَالُواْ إِنَّا بِمَآ أُرْسِلْتُم بِهِ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لهم الرسول: أتتّبعون آباءكم ولو جئتكم بدين أهدى منه؟ قالوا: إنا كافرون بما أُرسلتم به.</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فَانتَقَمْنَا مِنْهُمْ فَانظُرْ كَيْفَ كَانَ عَٰقِبَةُ الْمُكَذِّبِينَ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فانتقمنا من تلك الأمم المكذّبة، فانظر كيف كانت عاقبتهم.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إِبْرَٰهِيمُ لِأَبِيهِ وَقَوْمِهِ إِنَّنِي بَرَآءٌ مِّمَّا تَعْبُدُونَ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إبراهيم لأبيه وقومه: إنني بريء مما تعبدون.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 فَطَرَنِي فَإِنَّهُ سَيَهْدِينِ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الله الذي خلقني، فإنه سيهديني إلى طريق الحق.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وَجَعَلَهَا كَلِمَةً بَاقِيَةً فِي عَقِبِهِ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 إبراهيم كلمة التوحيد «لا إله إلا الله» باقية في ذريته، لعلهم يرجعون إليها.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مَتَّعْتُ هَـٰؤُلَآءِ وَءَابَآءَهُمْ حَتَّىٰ جَآءَهُمُ الْحَقُّ وَرَسُولٌ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متّعتُ هؤلاء المشركين وآباءهم في الدنيا، حتى جاءهم القرآن ورسول واضح الرسالة.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جَآءَهُمُ الْحَقُّ قَالُواْ هَٰذَا سِحْرٌ وَإِنَّا بِهِ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جاءهم الحق قالوا: هذا سحر، وإنا به 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لَوْلَا نُزِّلَ هَٰذَا الْقُرْءَانُ عَلَىٰ رَجُلٍ مِّنَ الْقَرْيَتَيْنِ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هلّا نُزّل هذا القرآن على رجل عظيم من إحدى القريتين: مكة أو الطائف!</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أَهُمْ يَقْسِمُونَ رَحْمَتَ رَبِّكَ نَحْنُ قَسَمْنَا بَيْنَهُم مَّعِيشَتَهُمْ فِي الْحَيَوٰةِ الدُّنْيَا وَرَفَعْنَا بَعْضَهُمْ فَوْقَ بَعْضٍ دَرَجَٰتٍ لِّيَتَّخِذَ بَعْضُهُم بَعْضًا سُخْرِيًّا وَرَحْمَتُ رَبِّكَ خَيْرٌ مِّمَّا يَجْمَعُونَ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أهم يقسمون رحمة ربك؟ نحن قسمنا بينهم أرزاقهم، ورفعنا بعضهم فوق بعض ليخدم بعضهم بعضًا، ورحمة ربك وهي الجنة خير مما يجمعون من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أَن يَكُونَ النَّاسُ أُمَّةً وَٰحِدَةً لَّجَعَلْنَا لِمَن يَكْفُرُ بِالرَّحْمَٰنِ لِبُيُوتِهِمْ سُقُفًا مِّن فِضَّةٍ وَمَعَارِجَ عَلَيْهَا يَظْهَرُونَ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أن يصير الناس كلهم كفارًا إذا رأوا نعيم الكافرين، لجعلنا لبيوت الكافرين سقوفًا من فضة، ودرجًا يصعدون عليها.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وَلِبُيُوتِهِمْ أَبْوَٰبًا وَسُرُرًا عَلَيْهَا يَتَّكِـُٔونَ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ولجعلنا لبيوتهم أبوابًا من فضة، وسُررًا يتّكئون عليها.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وَزُخْرُفًا وَإِن كُلُّ ذَٰلِكَ لَمَّا مَتَٰعُ الْحَيَوٰةِ الدُّنْيَا وَالْأخِرَةُ عِندَ رَبِّكَ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ولجعلنا لهم زخرفًا وذهبًا، وكل ذلك متاع قليل في الحياة الدنيا، والآخرة عند ربك للمتقين.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يَعْشُ عَن ذِكْرِ الرَّحْمَٰنِ نُقَيِّضْ لَهُ شَيْطَٰنًا فَهُوَ لَهُ قَرِينٌ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يُعرض عن ذكر الرحمن، نُسلّط عليه شيطانًا يلازمه فلا يفارقه.</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0266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وَإِنَّهُمْ لَيَصُدُّونَهُمْ عَنِ السَّبِيلِ وَيَحْسَبُونَ أَنَّهُم مُّهْتَدُونَ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الشياطين ليصدّون هؤلاء عن طريق الحق، وهم يظنون أنهم مهتدون.</a:t>
            </a:r>
            <a:endParaRPr lang="ar-SA" sz="3200" dirty="0"/>
          </a:p>
        </p:txBody>
      </p:sp>
      <p:sp>
        <p:nvSpPr>
          <p:cNvPr id="14" name="Shape 12"/>
          <p:cNvSpPr/>
          <p:nvPr/>
        </p:nvSpPr>
        <p:spPr>
          <a:xfrm>
            <a:off x="2103120" y="4210812"/>
            <a:ext cx="8641080" cy="0"/>
          </a:xfrm>
          <a:prstGeom prst="line">
            <a:avLst/>
          </a:prstGeom>
          <a:noFill/>
          <a:ln w="9525">
            <a:solidFill>
              <a:schemeClr val="accent2"/>
            </a:solidFill>
            <a:prstDash val="dash"/>
          </a:ln>
        </p:spPr>
      </p:sp>
      <p:sp>
        <p:nvSpPr>
          <p:cNvPr id="15" name="Shape 13"/>
          <p:cNvSpPr/>
          <p:nvPr/>
        </p:nvSpPr>
        <p:spPr>
          <a:xfrm>
            <a:off x="10927080" y="4471416"/>
            <a:ext cx="548640" cy="548640"/>
          </a:xfrm>
          <a:prstGeom prst="star8">
            <a:avLst/>
          </a:prstGeom>
          <a:solidFill>
            <a:schemeClr val="accent2"/>
          </a:solidFill>
          <a:ln/>
        </p:spPr>
      </p:sp>
      <p:sp>
        <p:nvSpPr>
          <p:cNvPr id="16" name="Shape 14"/>
          <p:cNvSpPr/>
          <p:nvPr/>
        </p:nvSpPr>
        <p:spPr>
          <a:xfrm>
            <a:off x="11036808" y="4581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71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445312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جَآءَنَا قَالَ يَٰلَيْتَ بَيْنِي وَبَيْنَكَ بُعْدَ الْمَشْرِقَيْنِ فَبِئْسَ الْقَرِينُ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جاءنا يوم القيامة قال لشيطانه: يا ليت بيني وبينك بُعد ما بين المشرق والمغرب، فبئس الصاحب أنت!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وَلَن يَنفَعَكُمُ الْيَوْمَ إِذ ظَّلَمْتُمْ أَنَّكُمْ فِي الْعَذَابِ مُشْتَرِكُونَ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ولن ينفعكم اليوم بعد ظلمكم أنكم مشتركون في العذاب، فلا يخفّف ذلك عنكم شيئًا.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أَفَأَنتَ تُسْمِعُ الصُّمَّ أَوْ تَهْدِي الْعُمْيَ وَمَن كَانَ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أفأنت يا محمد تُسمع من أصمّه الله عن الحق، أو تهدي من أعمى الله بصيرته، ومن كان في ضلال واضح؟</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فَإِمَّا نَذْهَبَنَّ بِكَ فَإِنَّا مِنْهُم مُّنتَقِمُونَ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توفّيناك قبل أن نعذّبهم، فإنا منتقمون منهم بعدك.</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نُرِيَنَّكَ الَّذِي وَعَدْنَٰهُمْ فَإِنَّا عَلَيْهِم مُّقْتَدِرُونَ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نُرينّك العذاب الذي وعدناهم في حياتك، فإنا قادرون عليهم.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فَاسْتَمْسِكْ بِالَّذِي أُوحِيَ إِلَيْكَ إِنَّكَ عَلَىٰ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فتمسّك بالقرآن الذي أوحي إليك، إنك على طريق مستقيم.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لَذِكْرٌ لَّكَ وَلِقَوْمِكَ وَسَوْفَ تُسْـَٔلُونَ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القرآن لشرف لك ولقومك، وسوف تُسألون عن القيام بحقّه.</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وَسْـَٔلْ مَنْ أَرْسَلْنَا مِن قَبْلِكَ مِن رُّسُلِنَآ أَجَعَلْنَا مِن دُونِ الرَّحْمَٰنِ ءَالِهَةً يُعْبَدُونَ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واسأل أتباع الرسل الذين أرسلنا قبلك: هل أذنّا بعبادة آلهة غير الرحمن؟ لم يحدث ذلك أبدًا.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أَرْسَلْنَا مُوسَىٰ بِـَٔايَٰتِنَآ إِلَىٰ فِرْعَوْنَ وَمَلَإِيْهِ فَقَالَ إِنِّي رَسُولُ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أرسلنا موسى بالمعجزات إلى فرعون وكبار قومه، فقال: إني رسول ربّ العالمين.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جَآءَهُم بِـَٔايَٰتِنَآ إِذَا هُم مِّنْهَا يَضْحَكُونَ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جاءهم بالمعجزات إذا هم يضحكون منها استهزاءً.</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نُرِيهِم مِّنْ ءَايَةٍ إِلَّا هِيَ أَكْبَرُ مِنْ أُخْتِهَا وَأَخَذْنَٰهُم بِالْعَذَابِ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نُريهم من معجزة إلا هي أعظم من التي قبلها، وعاقبناهم بالقحط والطوفان والجراد لعلهم يرجعون.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يَـٰأَيُّهَ السَّاحِرُ ادْعُ لَنَا رَبَّكَ بِمَا عَهِدَ عِندَكَ إِنَّنَا لَمُهْتَدُونَ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لموسى: يا أيها العالم، ادعُ لنا ربك بما عهد عندك لئن كشف عنا العذاب لنؤمنن.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كَشَفْنَا عَنْهُمُ الْعَذَابَ إِذَا هُمْ يَنكُثُونَ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كشفنا عنهم العذاب إذا هم ينقضون العهد.</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وَنَادَىٰ فِرْعَوْنُ فِي قَوْمِهِ قَالَ يَٰقَوْمِ أَلَيْسَ لِي مُلْكُ مِصْرَ وَهَٰذِهِ الْأَنْهَٰرُ تَجْرِي مِن تَحْتِي أَفَلَا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ونادى فرعون في قومه: يا قوم، أليس لي ملك مصر، وهذه الأنهار تجري من تحت قصوري؟ أفلا تبصرون؟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أَنَا خَيْرٌ مِّنْ هَٰذَا الَّذِي هُوَ مَهِينٌ وَلَا يَكَادُ يُبِينُ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أنا خير من موسى الضعيف الحقير الذي لا يكاد يُفصح في كلامه.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فَلَوْلَآ أُلْقِيَ عَلَيْهِ أَسْوِرَةٌ مِّن ذَهَبٍ أَوْ جَآءَ مَعَهُ الْمَلَـٰئِكَةُ مُقْتَرِنِينَ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فهلّا أُلقيت عليه أساور من ذهب، أو جاءت معه الملائكة تصدّقه؟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فَاسْتَخَفَّ قَوْمَهُ فَأَطَاعُوهُ إِنَّهُمْ كَانُواْ قَوْمًا 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فاستخفّ فرعون عقول قومه فأطاعوه، إنهم كانوا قومًا خارجين عن طاعة الله.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ءَاسَفُونَا انتَقَمْنَا مِنْهُمْ فَأَغْرَقْنَٰهُمْ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أغضبونا بأفعالهم انتقمنا منهم فأغرقناهم جميعًا.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فَجَعَلْنَٰهُمْ سَلَفًا وَمَثَلًا لِّلْأخِرِينَ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فجعلناهم قدوةً لمن عمل مثل عملهم في دخول النار، وعبرةً لمن بعدهم.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ضُرِبَ ابْنُ مَرْيَمَ مَثَلًا إِذَا قَوْمُكَ مِنْهُ يَصِدُّونَ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ضرب المشركون عيسى ابن مريم مثلًا ليجادلوا به، إذا قومك منه يضجّون فرحًا.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ءَأَٰلِهَتُنَا خَيْرٌ أَمْ هُوَ مَا ضَرَبُوهُ لَكَ إِلَّا جَدَلًا بَلْ هُمْ قَوْمٌ خَصِمُونَ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أآلهتنا خير أم عيسى؟ ما قالوا ذلك إلا جدالًا لا طلبًا للحق، بل هم قوم شديدو الخصومة.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هُوَ إِلَّا عَبْدٌ أَنْعَمْنَا عَلَيْهِ وَجَعَلْنَٰهُ مَثَلًا لِّبَنِي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عيسى إلا عبد أنعمنا عليه بالنبوة، وجعلناه آية وعبرة لبني إسرائيل.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نَشَآءُ لَجَعَلْنَا مِنكُم مَّلَـٰئِكَةً فِي الْأَرْضِ يَخْلُفُونَ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نشاء لجعلنا بدلًا منكم ملائكة في الأرض يخلف بعضهم بعضًا.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لَعِلْمٌ لِّلسَّاعَةِ فَلَا تَمْتَرُنَّ بِهَا وَاتَّبِعُونِ هَٰذَا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نزول عيسى في آخر الزمان علامة على قرب القيامة، فلا تشكّوا فيها، واتّبعوني، هذا طريق مستقيم.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يَصُدَّنَّكُمُ الشَّيْطَٰنُ إِنَّهُ لَكُمْ عَدُوٌّ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يصرفنّكم الشيطان عن الحق، إنه لكم عدو ظاهر العداوة.</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جَآءَ عِيسَىٰ بِالْبَيِّنَٰتِ قَالَ قَدْ جِئْتُكُم بِالْحِكْمَةِ وَلِأُبَيِّنَ لَكُم بَعْضَ الَّذِي تَخْتَلِفُونَ فِيهِ فَاتَّقُواْ اللَّهَ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 عيسى بالمعجزات قال: جئتكم بالنبوة، ولأبيّن لكم بعض ما تختلفون فيه من الدين، فاتقوا الله وأطيعوني.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هُوَ رَبِّي وَرَبُّكُمْ فَاعْبُدُوهُ هَٰذَا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هو ربي وربكم فاعبدوه وحده، هذا طريق مستقيم.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فَاخْتَلَفَ الْأَحْزَابُ مِن بَيْنِهِمْ فَوَيْلٌ لِّلَّذِينَ ظَلَمُواْ مِنْ عَذَابِ يَوْمٍ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فاختلفت الطوائف في أمر عيسى، فهلاك للذين ظلموا من عذاب يوم موجع.</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يَنظُرُونَ إِلَّا السَّاعَةَ أَن تَأْتِيَهُم بَغْتَةً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ينتظر هؤلاء إلا القيامة أن تأتيهم فجأة وهم لا يشعرون؟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الْأَخِلَّآءُ يَوْمَئِذٍ بَعْضُهُمْ لِبَعْضٍ عَدُوٌّ إِلَّا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الأصدقاء يوم القيامة يصير بعضهم لبعض عدوًّا، إلا المتقين الذين تحابّوا في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٦٨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يَٰعِبَادِ لَا خَوْفٌ عَلَيْكُمُ الْيَوْمَ وَلَآ أَنتُمْ تَحْزَنُونَ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يا عبادي، لا خوف عليكم اليوم، ولا أنتم تحزنون.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ءَامَنُواْ بِـَٔايَٰتِنَا وَكَانُواْ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آمنوا بآياتنا، وكانوا مستسلمين لأمر الله.</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ادْخُلُواْ الْجَنَّةَ أَنتُمْ وَأَزْوَٰجُكُمْ تُحْبَرُونَ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ادخلوا الجنة أنتم وأزواجكم، تُسرّون وتُكرمون.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يُطَافُ عَلَيْهِم بِصِحَافٍ مِّن ذَهَبٍ وَأَكْوَابٍ وَفِيهَا مَا تَشْتَهِيهِ الْأَنفُسُ وَتَلَذُّ الْأَعْيُنُ وَأَنتُمْ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يُطاف عليهم بأوانٍ من ذهب وأكواب، وفيها ما تشتهيه النفوس وتتلذّذ به العيون، وأنتم فيها خالدون.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وَتِلْكَ الْجَنَّةُ الَّتِي أُورِثْتُمُوهَا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وتلك الجنة التي أُعطيتموها بسبب أعمالكم الصالحة.</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لَكُمْ فِيهَا فَٰكِهَةٌ كَثِيرَةٌ مِّنْهَا تَأْكُلُونَ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لكم فيها فاكهة كثيرة منها تأكلون.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الْمُجْرِمِينَ فِي عَذَابِ جَهَنَّمَ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المجرمين في عذاب جهنم خالدون.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يُفَتَّرُ عَنْهُمْ وَهُمْ فِيهِ مُبْلِسُونَ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يُخفَّف عنهم العذاب، وهم فيه يائسون من كل خير.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ظَلَمْنَٰهُمْ وَلَٰكِن كَانُواْ هُمُ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ظلمناهم بالعذاب، ولكن كانوا هم الظالمين لأنفسهم.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وَنَادَوْاْ يَٰمَٰلِكُ لِيَقْضِ عَلَيْنَا رَبُّكَ قَالَ إِنَّكُم مَّـٰكِثُونَ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ونادوا مالكًا خازن النار: ليُمِتنا ربك، فقال: إنكم ماكثون في العذاب.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جِئْنَٰكُم بِالْحَقِّ وَلَٰكِنَّ أَكْثَرَكُمْ لِلْحَقِّ كَٰرِهُونَ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جئناكم بالحق، ولكن أكثركم كارهون للحق.</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أَبْرَمُواْ أَمْرًا فَإِنَّا مُبْرِمُونَ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أحكم المشركون كيدًا للنبي صلى الله عليه وسلم؟ فإنا محكمون لهم ما يجزيهم.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يَحْسَبُونَ أَنَّا لَا نَسْمَعُ سِرَّهُمْ وَنَجْوَىٰهُم بَلَىٰ وَرُسُلُنَا لَدَيْهِمْ يَكْتُبُونَ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يظنون أنا لا نسمع ما يُخفونه وما يتناجون به؟ بلى نسمع، والملائكة عندهم يكتبون.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كَانَ لِلرَّحْمَٰنِ وَلَدٌ فَأَنَا أَوَّلُ الْعَٰبِدِينَ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لو فُرض أن للرحمن ولدًا لكنتُ أول العابدين له، ولكنه منزّه عن الولد.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سُبْحَٰنَ رَبِّ السَّمَٰوَٰتِ وَالْأَرْضِ رَبِّ الْعَرْشِ عَمَّا يَصِفُونَ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تنزّه ربّ السماوات والأرض ورب العرش عما يصفونه به من الكذب.</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فَذَرْهُمْ يَخُوضُواْ وَيَلْعَبُواْ حَتَّىٰ يُلَٰقُواْ يَوْمَهُمُ الَّذِي يُوعَدُونَ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فاتركهم يخوضون في باطلهم ويلعبون، حتى يلاقوا يومهم الذي يوعدون.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فِي السَّمَآءِ إِلَٰهٌ وَفِي الْأَرْضِ إِلَٰهٌ وَهُوَ الْحَكِيمُ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المعبود بحق في السماء والمعبود بحق في الأرض، وهو الحكيم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وَتَبَارَكَ الَّذِي لَهُ مُلْكُ السَّمَٰوَٰتِ وَالْأَرْضِ وَمَا بَيْنَهُمَا وَعِندَهُ عِلْمُ السَّاعَةِ وَإِلَيْهِ تُرْجَعُونَ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وتعاظمت بركة الله الذي له ملك السماوات والأرض وما بينهما، وعنده علم القيامة، وإليه ترجعون.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يَمْلِكُ الَّذِينَ يَدْعُونَ مِن دُونِهِ الشَّفَٰعَةَ إِلَّا مَن شَهِدَ بِالْحَقِّ وَهُمْ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يملك الذين يعبدونهم من دون الله الشفاعة، إلا من شهد بالحق وهو التوحيد وهم يعلمون.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سَأَلْتَهُم مَّنْ خَلَقَهُمْ لَيَقُولُنَّ اللَّهُ فَأَنَّىٰ يُؤْفَكُونَ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سألت المشركين: من خلقهم؟ ليقولُنّ: الله، فكيف يُصرفون عن عبادته؟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الزخرف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وَقِيلِهِ يَٰرَبِّ إِنَّ هَـٰؤُلَآءِ قَوْمٌ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الرسول صلى الله عليه وسلم شاكيًا إلى ربه: يا رب، إن هؤلاء قوم لا يؤمنون.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فَاصْفَحْ عَنْهُمْ وَقُلْ سَلَٰمٌ فَسَوْفَ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عنهم، وقل لهم قولًا تسلم به منهم، فسوف يعلمون عاقبة كفرهم.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الشورى</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٥٣</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رُوي أن قوله تعالى: ﴿ولو بسط الله الرزق لعباده لبغوا في الأرض﴾ نزل في قوم من أهل الصُّفّة تمنَّوا سعة الدنيا والغنى (رواه الحاكم وصحّحه)، فبيّن الله أنه يعطي كل عبد ما يُصلحه.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أن دين الأنبياء واحد، وأن الله وحده الحَكَم بين الناس، وذكر صفات المؤمنين ومنها التشاور في أمورهم، وبيان طرق الوحي إلى الأنبياء.</a:t>
            </a:r>
            <a:endParaRPr lang="ar-SA"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عسق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أخرى، تؤكّد أن هذا القرآن من جنس كلامهم ولا يقدرون على مثله.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يُوحِي إِلَيْكَ وَإِلَى الَّذِينَ مِن قَبْلِكَ اللَّهُ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كما أوحى الله إليك هذا القرآن أوحى إلى الأنبياء من قبلك، وهو العزيز الحكيم.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مَا فِي السَّمَٰوَٰتِ وَمَا فِي الْأَرْضِ وَهُوَ الْعَلِيُّ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 ما في السماوات وما في الأرض ملكًا وخلقًا، وهو العليّ بذاته وقدره، العظيم.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تَكَادُ السَّمَٰوَٰتُ يَتَفَطَّرْنَ مِن فَوْقِهِنَّ وَالْمَلَـٰئِكَةُ يُسَبِّحُونَ بِحَمْدِ رَبِّهِمْ وَيَسْتَغْفِرُونَ لِمَن فِي الْأَرْضِ أَلَآ إِنَّ اللَّهَ هُوَ الْغَفُورُ الرَّحِيمُ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تكاد السماوات يتشقّقن من عظمة الله وهيبته، والملائكة يسبّحون بحمد ربهم ويستغفرون لمن في الأرض من المؤمنين، ألا إن الله هو الغفور الرحيم.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اتَّخَذُواْ مِن دُونِهِ أَوْلِيَآءَ اللَّهُ حَفِيظٌ عَلَيْهِمْ وَمَآ أَنتَ عَلَيْهِم بِوَكِيلٍ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عبدوا من دونه آلهة، الله رقيب على أعمالهم، ولست يا محمد مسؤولًا عن هدايتهم.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أَوْحَيْنَآ إِلَيْكَ قُرْءَانًا عَرَبِيًّا لِّتُنذِرَ أُمَّ الْقُرَىٰ وَمَنْ حَوْلَهَا وَتُنذِرَ يَوْمَ الْجَمْعِ لَا رَيْبَ فِيهِ فَرِيقٌ فِي الْجَنَّةِ وَفَرِيقٌ فِي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أوحينا إليك قرآنًا عربيًّا لتُنذر أهل مكة ومن حولها من الناس، وتُنذرهم يوم القيامة الذي لا شك فيه: فريق في الجنة وفريق في النار.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شَآءَ اللَّهُ لَجَعَلَهُمْ أُمَّةً وَٰحِدَةً وَلَٰكِن يُدْخِلُ مَن يَشَآءُ فِي رَحْمَتِهِ وَالظَّـٰلِمُونَ مَا لَهُم مِّن وَلِيٍّ وَلَا 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شاء الله لجعل الناس كلهم على الهدى، ولكنه يُدخل من يشاء في رحمته، والظالمون ما لهم من وليّ ولا ناصر.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اتَّخَذُواْ مِن دُونِهِ أَوْلِيَآءَ فَاللَّهُ هُوَ الْوَلِيُّ وَهُوَ يُحْيِ الْمَوْتَىٰ وَهُوَ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اتخذ المشركون آلهة من دون الله! فالله وحده هو الوليّ، وهو يُحيي الموتى، وهو على كل شيء قدير.</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اخْتَلَفْتُمْ فِيهِ مِن شَيْءٍ فَحُكْمُهُ إِلَى اللَّهِ ذَٰلِكُمُ اللَّهُ رَبِّي عَلَيْهِ تَوَكَّلْتُ وَإِلَيْهِ أُنِيبُ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اختلفتم فيه من أمور الدين فالحكم فيه إلى الله بكتابه وسنة رسوله، ذلكم الله ربي، عليه توكلت وإليه أرجع.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فَاطِرُ السَّمَٰوَٰتِ وَالْأَرْضِ جَعَلَ لَكُم مِّنْ أَنفُسِكُمْ أَزْوَٰجًا وَمِنَ الْأَنْعَٰمِ أَزْوَٰجًا يَذْرَؤُكُمْ فِيهِ لَيْسَ كَمِثْلِهِ شَيْءٌ وَهُوَ السَّمِيعُ الْبَصِيرُ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خالق السماوات والأرض، جعل لكم من أنفسكم أزواجًا، ومن الأنعام أزواجًا، يُكثّركم بذلك، ليس مثله شيء، وهو السميع البصير.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 مَقَالِيدُ السَّمَٰوَٰتِ وَالْأَرْضِ يَبْسُطُ الرِّزْقَ لِمَن يَشَآءُ وَيَقْدِرُ إِنَّهُ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 مفاتيح خزائن السماوات والأرض، يوسّع الرزق لمن يشاء ويضيّقه على من يشاء، إنه بكل شيء 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شَرَعَ لَكُم مِّنَ الدِّينِ مَا وَصَّىٰ بِهِ نُوحًا وَالَّذِي أَوْحَيْنَآ إِلَيْكَ وَمَا وَصَّيْنَا بِهِ إِبْرَٰهِيمَ وَمُوسَىٰ وَعِيسَىٰ أَنْ أَقِيمُواْ الدِّينَ وَلَا تَتَفَرَّقُواْ فِيهِ كَبُرَ عَلَى الْمُشْرِكِينَ مَا تَدْعُوهُمْ إِلَيْهِ اللَّهُ يَجْتَبِي إِلَيْهِ مَن يَشَآءُ وَيَهْدِي إِلَيْهِ مَن يُنِيبُ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شرع لكم من الدين ما وصّى به نوحًا، والذي أوحينا إليك، وما وصّينا به إبراهيم وموسى وعيسى: أن أقيموا الدين ولا تتفرّقوا فيه، وثقل على المشركين ما تدعوهم إليه من التوحيد، والله يختار من يشاء ويهدي إليه من يرجع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تَفَرَّقُواْ إِلَّا مِن بَعْدِ مَا جَآءَهُمُ الْعِلْمُ بَغْيًا بَيْنَهُمْ وَلَوْلَا كَلِمَةٌ سَبَقَتْ مِن رَّبِّكَ إِلَىٰ أَجَلٍ مُّسَمًّى لَّقُضِيَ بَيْنَهُمْ وَإِنَّ الَّذِينَ أُورِثُواْ الْكِتَٰبَ مِن بَعْدِهِمْ لَفِي شَكٍّ مِّنْهُ مُرِيبٍ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تفرّق أهل الأديان إلا بعد أن جاءهم العلم، ظلمًا وحسدًا بينهم، ولولا أن الله قضى بتأخير العذاب إلى أجل محدد لعاجلهم، وإن الذين ورثوا الكتاب من بعدهم لفي شك منه.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فَلِذَٰلِكَ فَادْعُ وَاسْتَقِمْ كَمَآ أُمِرْتَ وَلَا تَتَّبِعْ أَهْوَآءَهُمْ وَقُلْ ءَامَنتُ بِمَآ أَنزَلَ اللَّهُ مِن كِتَٰبٍ وَأُمِرْتُ لِأَعْدِلَ بَيْنَكُمُ اللَّهُ رَبُّنَا وَرَبُّكُمْ لَنَآ أَعْمَٰلُنَا وَلَكُمْ أَعْمَٰلُكُمْ لَا حُجَّةَ بَيْنَنَا وَبَيْنَكُمُ اللَّهُ يَجْمَعُ بَيْنَنَا وَإِلَيْهِ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فإلى ذلك الدين فادعُ الناس، واستقم كما أمرك الله، ولا تتّبع أهواءهم، وقل: آمنت بكل كتاب أنزله الله، وأُمرت أن أعدل بينكم، الله ربنا وربكم، لنا أعمالنا ولكم أعمالكم، والله يجمع بيننا وإليه المرجع.</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يُحَآجُّونَ فِي اللَّهِ مِن بَعْدِ مَا اسْتُجِيبَ لَهُ حُجَّتُهُمْ دَاحِضَةٌ عِندَ رَبِّهِمْ وَعَلَيْهِمْ غَضَبٌ وَلَهُمْ عَذَابٌ 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يجادلون في دين الله بعدما استجاب له الناس، حجتهم باطلة عند ربهم، وعليهم غضب، ولهم عذاب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الَّذِي أَنزَلَ الْكِتَٰبَ بِالْحَقِّ وَالْمِيزَانَ وَمَا يُدْرِيكَ لَعَلَّ السَّاعَةَ قَرِيبٌ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الذي أنزل الكتب بالحق، وأنزل العدل، وما يُدريك لعل القيامة قريبة.</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يَسْتَعْجِلُ بِهَا الَّذِينَ لَا يُؤْمِنُونَ بِهَا وَالَّذِينَ ءَامَنُواْ مُشْفِقُونَ مِنْهَا وَيَعْلَمُونَ أَنَّهَا الْحَقُّ أَلَآ إِنَّ الَّذِينَ يُمَارُونَ فِي السَّاعَةِ لَفِي ضَلَٰلٍ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يستعجل بها الذين لا يؤمنون بها استهزاءً، والمؤمنون خائفون منها، ويعلمون أنها حق، ألا إن الذين يجادلون في القيامة لفي ضلال بعيد.</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لَطِيفٌ بِعِبَادِهِ يَرْزُقُ مَن يَشَآءُ وَهُوَ الْقَوِيُّ الْعَزِيزُ</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رفيق بعباده، يرزق من يشاء كما يشاء، وهو القوي العزيز.</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كَانَ يُرِيدُ حَرْثَ الْأخِرَةِ نَزِدْ لَهُ فِي حَرْثِهِ وَمَن كَانَ يُرِيدُ حَرْثَ الدُّنْيَا نُؤْتِهِ مِنْهَا وَمَا لَهُ فِي الْأخِرَةِ مِن نَّصِيبٍ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كان يريد بعمله ثواب الآخرة نُضاعف له ثوابه، ومن كان يريد الدنيا وحدها نُعطه منها ما قدّرنا له، وما له في الآخرة من نصيب.</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لَهُمْ شُرَكَـٰؤُاْ شَرَعُواْ لَهُم مِّنَ الدِّينِ مَا لَمْ يَأْذَن بِهِ اللَّهُ وَلَوْلَا كَلِمَةُ الْفَصْلِ لَقُضِيَ بَيْنَهُمْ وَإِنَّ الظَّـٰلِمِينَ 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لهم آلهة شرعت لهم من الدين ما لم يأذن به الله؟ ولولا أن الله قضى بتأخير الحكم ليوم القيامة لعجّل بينهم، وإن الظالمين لهم عذاب موجع.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تَرَى الظَّـٰلِمِينَ مُشْفِقِينَ مِمَّا كَسَبُواْ وَهُوَ وَاقِعٌ بِهِمْ وَالَّذِينَ ءَامَنُواْ وَعَمِلُواْ الصَّـٰلِحَٰتِ فِي رَوْضَاتِ الْجَنَّاتِ لَهُم مَّا يَشَآءُونَ عِندَ رَبِّهِمْ ذَٰلِكَ هُوَ الْفَضْلُ الْكَبِيرُ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ترى الظالمين يوم القيامة خائفين من عقوبة أعمالهم وهي واقعة بهم، والمؤمنون الصالحون في رياض الجنات، لهم ما يشتهون عند ربهم، ذلك هو الفضل الكبير.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الَّذِي يُبَشِّرُ اللَّهُ عِبَادَهُ الَّذِينَ ءَامَنُواْ وَعَمِلُواْ الصَّـٰلِحَٰتِ قُل لَّآ أَسْـَٔلُكُمْ عَلَيْهِ أَجْرًا إِلَّا الْمَوَدَّةَ فِي الْقُرْبَىٰ وَمَن يَقْتَرِفْ حَسَنَةً نَّزِدْ لَهُ فِيهَا حُسْنًا إِنَّ اللَّهَ غَفُورٌ 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هو الذي يبشّر الله به عباده المؤمنين، قل: لا أطلب منكم على تبليغ الدين أجرًا، إلا أن تحفظوا قرابتي منكم فلا تؤذوني، ومن يعمل حسنة نضاعفها له، إن الله غفور شكور.</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يَقُولُونَ افْتَرَىٰ عَلَى اللَّهِ كَذِبًا فَإِن يَشَإِ اللَّهُ يَخْتِمْ عَلَىٰ قَلْبِكَ وَيَمْحُ اللَّهُ الْبَٰطِلَ وَيُحِقُّ الْحَقَّ بِكَلِمَٰتِهِ إِنَّهُ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يقولون: اختلق محمد هذا القرآن! فلو افتريت لختم الله على قلبك فنسيته، والله يمحو الباطل ويُثبت الحق بكلماته، إنه عليم بما في الصدور.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يَقْبَلُ التَّوْبَةَ عَنْ عِبَادِهِ وَيَعْفُواْ عَنِ السَّيِّـَٔاتِ وَيَعْلَمُ مَا تَفْعَلُونَ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يقبل التوبة من عباده، ويعفو عن السيئات، ويعلم ما تفعلون.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وَيَسْتَجِيبُ الَّذِينَ ءَامَنُواْ وَعَمِلُواْ الصَّـٰلِحَٰتِ وَيَزِيدُهُم مِّن فَضْلِهِ وَالْكَٰفِرُونَ لَهُمْ عَذَابٌ شَدِيدٌ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ويستجيب الله دعاء المؤمنين الصالحين، ويزيدهم من فضله، والكافرون لهم عذاب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بَسَطَ اللَّهُ الرِّزْقَ لِعِبَادِهِ لَبَغَوْاْ فِي الْأَرْضِ وَلَٰكِن يُنَزِّلُ بِقَدَرٍ مَّا يَشَآءُ إِنَّهُ بِعِبَادِهِ خَبِيرٌ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وسّع الله الرزق لعباده كلهم لطغوا وظلموا في الأرض، ولكنه يُنزل بمقدار ما يشاء، إنه بعباده خبير بصير.</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يُنَزِّلُ الْغَيْثَ مِن بَعْدِ مَا قَنَطُواْ وَيَنشُرُ رَحْمَتَهُ وَهُوَ الْوَلِيُّ الْحَمِيدُ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يُنزل المطر من بعد ما يئس الناس منه، وينشر رحمته، وهو الوليّ المحمود.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خَلْقُ السَّمَٰوَٰتِ وَالْأَرْضِ وَمَا بَثَّ فِيهِمَا مِن دَآبَّةٍ وَهُوَ عَلَىٰ جَمْعِهِمْ إِذَا يَشَآءُ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خلق السماوات والأرض وما نشر فيهما من مخلوقات، وهو قادر على جمعهم يوم القيامة متى شاء.</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أَصَٰبَكُم مِّن مُّصِيبَةٍ فَبِمَا كَسَبَتْ أَيْدِيكُمْ وَيَعْفُواْ عَن كَثِيرٍ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أصابكم من مصيبة فبسبب ذنوبكم، ويعفو الله عن كثير منها فلا يعاقبكم عليها.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أَنتُم بِمُعْجِزِينَ فِي الْأَرْضِ وَمَا لَكُم مِّن دُونِ اللَّهِ مِن وَلِيٍّ وَلَا نَصِيرٍ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أنتم بفائتين من الله هربًا في الأرض، وما لكم من دون الله من وليّ ولا ناصر.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ءَايَٰتِهِ الْجَوَارِ فِي الْبَحْرِ كَالْأَعْلَٰمِ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دلائل قدرته السفن الجارية في البحر كالجبال العالية.</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يَشَأْ يُسْكِنِ الرِّيحَ فَيَظْلَلْنَ رَوَاكِدَ عَلَىٰ ظَهْرِهِ إِنَّ فِي ذَٰلِكَ لَأيَٰتٍ لِّكُلِّ صَبَّارٍ شَكُورٍ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يشأ يُسكن الريح فتبقى السفن واقفة على ظهر البحر، إن في ذلك لدلائل لكل صبّار على البلاء شكور على النعم.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يُوبِقْهُنَّ بِمَا كَسَبُواْ وَيَعْفُ عَن كَثِيرٍ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يُهلك السفن بالغرق بسبب ذنوب أهلها، ويعفو عن كثير.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وَيَعْلَمَ الَّذِينَ يُجَٰدِلُونَ فِي ءَايَٰتِنَا مَا لَهُم مِّن مَّحِيصٍ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وليعلم الذين يجادلون في آياتنا أنه لا مهرب لهم من عذاب الله.</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أُوتِيتُم مِّن شَيْءٍ فَمَتَٰعُ الْحَيَوٰةِ الدُّنْيَا وَمَا عِندَ اللَّهِ خَيْرٌ وَأَبْقَىٰ لِلَّذِينَ ءَامَنُواْ وَعَلَىٰ رَبِّهِمْ يَتَوَكَّلُونَ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أُعطيتم من شيء فهو متاع قليل في الدنيا، وما عند الله من الثواب خير وأدوم للذين آمنوا وعلى ربهم يتوكلون.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يَجْتَنِبُونَ كَبَـٰئِرَ الْإِثْمِ وَالْفَوَٰحِشَ وَإِذَا مَا غَضِبُواْ هُمْ يَغْفِرُونَ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يبتعدون عن كبائر الذنوب والفواحش، وإذا غضبوا عفوا وسامحوا.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اسْتَجَابُواْ لِرَبِّهِمْ وَأَقَامُواْ الصَّلَوٰةَ وَأَمْرُهُمْ شُورَىٰ بَيْنَهُمْ وَمِمَّا رَزَقْنَٰهُمْ يُنفِقُونَ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أطاعوا ربهم، وأقاموا الصلاة، ويتشاورون في أمورهم، ومما رزقناهم ينفقون.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إِذَآ أَصَابَهُمُ الْبَغْيُ هُمْ يَنتَصِرُونَ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إذا ظلمهم أحد انتصروا لأنفسهم ولم يستسلموا للظلم.</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وَجَزَـٰؤُاْ سَيِّئَةٍ سَيِّئَةٌ مِّثْلُهَا فَمَنْ عَفَا وَأَصْلَحَ فَأَجْرُهُ عَلَى اللَّهِ إِنَّهُ لَا يُحِبُّ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وجزاء السيئة عقوبة مثلها دون زيادة، فمن عفا وأصلح فأجره على الله، إنه لا يحب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وَلَمَنِ انتَصَرَ بَعْدَ ظُلْمِهِ فَأُوْلَـٰئِكَ مَا عَلَيْهِم مِّن 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أخذ حقه ممن ظلمه، فلا لوم عليه ولا عقوبة.</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السَّبِيلُ عَلَى الَّذِينَ يَظْلِمُونَ النَّاسَ وَيَبْغُونَ فِي الْأَرْضِ بِغَيْرِ الْحَقِّ أُوْلَـٰئِكَ 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اللوم والعقوبة على الذين يظلمون الناس ويتكبّرون في الأرض بغير حق، أولئك لهم عذاب موجع.</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وَلَمَن صَبَرَ وَغَفَرَ إِنَّ ذَٰلِكَ لَمِنْ عَزْمِ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صبر على الأذى وسامح، إن ذلك من الأمور العظيمة التي تحتاج إلى عزيمة قوية.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يُضْلِلِ اللَّهُ فَمَا لَهُ مِن وَلِيٍّ مِّن بَعْدِهِ وَتَرَى الظَّـٰلِمِينَ لَمَّا رَأَوُاْ الْعَذَابَ يَقُولُونَ هَلْ إِلَىٰ مَرَدٍّ مِّن 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يُضلله الله فما له من ناصر يهديه بعده، وترى الظالمين لما رأوا العذاب يقولون: هل من طريق إلى الرجوع إلى الدنيا؟</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وَتَرَىٰهُمْ يُعْرَضُونَ عَلَيْهَا خَٰشِعِينَ مِنَ الذُّلِّ يَنظُرُونَ مِن طَرْفٍ خَفِيٍّ وَقَالَ الَّذِينَ ءَامَنُواْ إِنَّ الْخَٰسِرِينَ الَّذِينَ خَسِرُواْ أَنفُسَهُمْ وَأَهْلِيهِمْ يَوْمَ الْقِيَٰمَةِ أَلَآ إِنَّ الظَّـٰلِمِينَ فِي عَذَابٍ مُّقِيمٍ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وتراهم يُعرضون على النار خاضعين من الذل، ينظرون إليها خفية من الخوف، وقال المؤمنون: إن الخاسرين حقًّا هم الذين خسروا أنفسهم وأهليهم يوم القيامة، ألا إن الظالمين في عذاب دائم.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لَهُم مِّنْ أَوْلِيَآءَ يَنصُرُونَهُم مِّن دُونِ اللَّهِ وَمَن يُضْلِلِ اللَّهُ فَمَا لَهُ مِن 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لهم من أولياء ينصرونهم من دون الله، ومن يُضلله الله فما له من طريق إلى الهداية.</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اسْتَجِيبُواْ لِرَبِّكُم مِّن قَبْلِ أَن يَأْتِيَ يَوْمٌ لَّا مَرَدَّ لَهُ مِنَ اللَّهِ مَا لَكُم مِّن مَّلْجَإٍ يَوْمَئِذٍ وَمَا لَكُم مِّن نَّكِيرٍ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أجيبوا ربكم بالإيمان والطاعة قبل أن يأتي يوم القيامة الذي لا يُردّ، ما لكم يومئذ من ملجأ، ولا تستطيعون إنكار ذنوبكم.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أَعْرَضُواْ فَمَآ أَرْسَلْنَٰكَ عَلَيْهِمْ حَفِيظًا إِنْ عَلَيْكَ إِلَّا الْبَلَٰغُ وَإِنَّآ إِذَآ أَذَقْنَا الْإِنسَٰنَ مِنَّا رَحْمَةً فَرِحَ بِهَا وَإِن تُصِبْهُمْ سَيِّئَةٌ بِمَا قَدَّمَتْ أَيْدِيهِمْ فَإِنَّ الْإِنسَٰنَ كَفُورٌ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أعرضوا فما أرسلناك رقيبًا عليهم، ما عليك إلا التبليغ، والإنسان إذا أذقناه نعمة فرح بها، وإن أصابته مصيبة بسبب ذنوبه جحد النعم.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لِّلَّهِ مُلْكُ السَّمَٰوَٰتِ وَالْأَرْضِ يَخْلُقُ مَا يَشَآءُ يَهَبُ لِمَن يَشَآءُ إِنَٰثًا وَيَهَبُ لِمَن يَشَآءُ الذُّكُورَ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لله ملك السماوات والأرض، يخلق ما يشاء، يرزق من يشاء البنات، ويرزق من يشاء البنين.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يُزَوِّجُهُمْ ذُكْرَانًا وَإِنَٰثًا وَيَجْعَلُ مَن يَشَآءُ عَقِيمًا إِنَّهُ عَلِيمٌ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يجمع لهم بين الذكور والإناث، ويجعل من يشاء لا يولد له، إنه عليم قدير.</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لِبَشَرٍ أَن يُكَلِّمَهُ اللَّهُ إِلَّا وَحْيًا أَوْ مِن وَرَآيِٕ حِجَابٍ أَوْ يُرْسِلَ رَسُولًا فَيُوحِيَ بِإِذْنِهِ مَا يَشَآءُ إِنَّهُ عَلِيٌّ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كان لبشر أن يكلّمه الله إلا بالإلهام أو في المنام، أو من وراء حجاب كما كلّم موسى، أو يرسل ملكًا كجبريل فيوحي بإذنه ما يشاء، إنه عليّ حكيم.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الشورى</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أَوْحَيْنَآ إِلَيْكَ رُوحًا مِّنْ أَمْرِنَا مَا كُنتَ تَدْرِي مَا الْكِتَٰبُ وَلَا الْإِيمَٰنُ وَلَٰكِن جَعَلْنَٰهُ نُورًا نَّهْدِي بِهِ مَن نَّشَآءُ مِنْ عِبَادِنَا وَإِنَّكَ لَتَهْدِي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أوحينا إليك هذا القرآن بأمرنا، ما كنت تعرف قبله الكتاب ولا تفاصيل الإيمان، ولكن جعلناه نورًا نهدي به من نشاء من عبادنا، وإنك لتدعو إلى طريق مستقيم.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صِرَٰطِ اللَّهِ الَّذِي لَهُ مَا فِي السَّمَٰوَٰتِ وَمَا فِي الْأَرْضِ أَلَآ إِلَى اللَّهِ تَصِيرُ الْأُمُورُ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طريق الله الذي له ما في السماوات وما في الأرض، ألا إلى الله ترجع الأمور كلها.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فصلت</a:t>
            </a:r>
            <a:endParaRPr lang="en-US" sz="4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في هذا الجزء: الآيات ٤٧ – ٥٤</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٤١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يبدأ هذا الجزء من الآية ٤٧: علم الساعة عند الله وحده، وطبيعة الإنسان بين النعمة والشدة، ووعد الله بأن يُري الناس آياته في الكون وفي أنفسهم.</a:t>
            </a:r>
            <a:endParaRPr lang="ar-SA"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إِلَيْهِ يُرَدُّ عِلْمُ السَّاعَةِ وَمَا تَخْرُجُ مِن ثَمَرَٰتٍ مِّنْ أَكْمَامِهَا وَمَا تَحْمِلُ مِنْ أُنثَىٰ وَلَا تَضَعُ إِلَّا بِعِلْمِهِ وَيَوْمَ يُنَادِيهِمْ أَيْنَ شُرَكَآءِي قَالُواْ ءَاذَنَّـٰكَ مَامِنَّا مِن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الله وحده يُرجع علم وقت القيامة، وما تخرج ثمرة من غلافها، ولا تحمل أنثى ولا تلد إلا بعلمه، ويوم ينادي المشركين: أين شركائي؟ قالوا: أعلمناك أنه ليس منا أحد يشهد أن لك شريكًا.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وَضَلَّ عَنْهُم مَّا كَانُواْ يَدْعُونَ مِن قَبْلُ وَظَنُّواْ مَا لَهُم مِّن مَّحِيصٍ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وغاب عنهم ما كانوا يعبدون من قبل، وأيقنوا أنه لا مهرب لهم من العذاب.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يَسْـَٔمُ الْإِنسَٰنُ مِن دُعَآءِ الْخَيْرِ وَإِن مَّسَّهُ الشَّرُّ فَيَـُٔوسٌ قَنُوطٌ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يملّ الإنسان من طلب الخير لنفسه، وإن أصابه شرّ فهو كثير اليأس، شديد القنوط من رحمة الله.</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أَذَقْنَٰهُ رَحْمَةً مِّنَّا مِن بَعْدِ ضَرَّآءَ مَسَّتْهُ لَيَقُولَنَّ هَٰذَا لِي وَمَآ أَظُنُّ السَّاعَةَ قَآئِمَةً وَلَئِن رُّجِعْتُ إِلَىٰ رَبِّي إِنَّ لِي عِندَهُ لَلْحُسْنَىٰ فَلَنُنَبِّئَنَّ الَّذِينَ كَفَرُواْ بِمَا عَمِلُواْ وَلَنُذِيقَنَّهُم مِّنْ عَذَابٍ غَلِيظٍ</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أعطيناه نعمة بعد شدة أصابته ليقولنّ: هذا حقي أستحقه، وما أظن القيامة ستقوم، ولئن رُجعت إلى ربي إن لي عنده الجنة! فلنُخبرنّ الكفار بأعمالهم، ولنُذيقنّهم عذابًا شديدًا.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أَنْعَمْنَا عَلَى الْإِنسَٰنِ أَعْرَضَ وَنَـَٔا بِجَانِبِهِ وَإِذَا مَسَّهُ الشَّرُّ فَذُو دُعَآءٍ عَرِيضٍ</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أنعمنا على الإنسان أعرض عن الشكر وتكبّر، وإذا أصابه الشر فهو كثير الدعاء.</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كَانَ مِنْ عِندِ اللَّهِ ثُمَّ كَفَرْتُم بِهِ مَنْ أَضَلُّ مِمَّنْ هُوَ فِي شِقَاقٍ بَعِيدٍ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لهم: أخبروني إن كان هذا القرآن من عند الله ثم كفرتم به، فمن أضلّ ممن هو في خلاف بعيد عن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فصلت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سَنُرِيهِمْ ءَايَٰتِنَا فِي الْأفَاقِ وَفِي أَنفُسِهِمْ حَتَّىٰ يَتَبَيَّنَ لَهُمْ أَنَّهُ الْحَقُّ أَوَلَمْ يَكْفِ بِرَبِّكَ أَنَّهُ عَلَىٰ كُلِّ شَيْءٍ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سنُري الناس دلائلنا في أقطار الأرض وفي أنفسهم، حتى يتبيّن لهم أن القرآن هو الحق، أوَلا يكفي أن الله شاهد على كل شيء؟</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إِنَّهُمْ فِي مِرْيَةٍ مِّن لِّقَآءِ رَبِّهِمْ أَلَآ إِنَّهُ بِكُلِّ شَيْءٍ مُّحِيطٌ</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إن الكفار في شك من البعث ولقاء ربهم، ألا إن الله محيط بكل شيء علمًا وقدرة.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pic>
        <p:nvPicPr>
          <p:cNvPr id="2" name="Image 0" descr="assets25/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5/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25 Tafsir">
  <a:themeElements>
    <a:clrScheme name="Juz 25 Tafsir">
      <a:dk1>
        <a:srgbClr val="222B2B"/>
      </a:dk1>
      <a:lt1>
        <a:srgbClr val="FFFFFF"/>
      </a:lt1>
      <a:dk2>
        <a:srgbClr val="0F5C63"/>
      </a:dk2>
      <a:lt2>
        <a:srgbClr val="F5FAFA"/>
      </a:lt2>
      <a:accent1>
        <a:srgbClr val="0F5C63"/>
      </a:accent1>
      <a:accent2>
        <a:srgbClr val="C9A04A"/>
      </a:accent2>
      <a:accent3>
        <a:srgbClr val="1A7A82"/>
      </a:accent3>
      <a:accent4>
        <a:srgbClr val="5F6B6B"/>
      </a:accent4>
      <a:accent5>
        <a:srgbClr val="E3F0F0"/>
      </a:accent5>
      <a:accent6>
        <a:srgbClr val="7B2D26"/>
      </a:accent6>
      <a:hlink>
        <a:srgbClr val="1A7A82"/>
      </a:hlink>
      <a:folHlink>
        <a:srgbClr val="5F6B6B"/>
      </a:folHlink>
    </a:clrScheme>
    <a:fontScheme name="Juz 25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93</Slides>
  <Notes>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93</vt:i4>
      </vt:variant>
    </vt:vector>
  </HeadingPairs>
  <TitlesOfParts>
    <vt:vector size="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إليه يُرَدّ — مبسّط من تفسير ابن كثير</dc:title>
  <dc:subject>PptxGenJS Presentation</dc:subject>
  <dc:creator>معلم القرآن الكريم</dc:creator>
  <cp:lastModifiedBy>معلم القرآن الكريم</cp:lastModifiedBy>
  <cp:revision>1</cp:revision>
  <dcterms:created xsi:type="dcterms:W3CDTF">2026-10-03T21:19:21Z</dcterms:created>
  <dcterms:modified xsi:type="dcterms:W3CDTF">2026-10-03T21:19:21Z</dcterms:modified>
</cp:coreProperties>
</file>
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d9f334c-1f53-530e-edcb-1f4b17ec79f5}">
          <p14:sldIdLst>
            <p14:sldId id="256"/>
            <p14:sldId id="257"/>
            <p14:sldId id="258"/>
          </p14:sldIdLst>
        </p14:section>
        <p14:section name="Surah Al-Jathiyah" id="{ac211d52-e81c-639c-aa81-c71581999f6f}">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Surah Ad-Dukhan" id="{184f6e29-d4a5-6aa6-94ff-74c87046ec71}">
          <p14:sldIdLst>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Surah Az-Zukhruf" id="{5b386530-e4b2-417a-3ee3-b85cfa76d236}">
          <p14:sldIdLst>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Lst>
        </p14:section>
        <p14:section name="Surah Ash-Shura" id="{bab9e9a0-54f4-56e2-9684-b457ab60b115}">
          <p14:sldIdLst>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Lst>
        </p14:section>
        <p14:section name="Surah Fussilat" id="{c26ca08d-f208-21b3-edf0-d93cc7d0d643}">
          <p14:sldIdLst>
            <p14:sldId id="349"/>
            <p14:sldId id="350"/>
            <p14:sldId id="351"/>
            <p14:sldId id="352"/>
            <p14:sldId id="353"/>
          </p14:sldIdLst>
        </p14:section>
        <p14:section name="Closing" id="{ec05d2d6-9aa2-7298-2cf0-62308c14f8c0}">
          <p14:sldIdLst>
            <p14:sldId id="35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Al-Jathiyah, then move back through Ad-Dukhan, Az-Zukhruf and Ash-Shura to the end of Surah Fussilat.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Why is the surah called "Al-Jathiyah" (The Kneeling)? Read verse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On which night was the Qur'an sent down, and what is decided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do we say when riding an animal or a car? Find it in verses 13–14.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Mention three qualities of the believers in verses 36–43.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Where does Allah show people His signs according to verse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5/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5/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5/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slideLayout" Target="../slideLayouts/slideLayout4.xml"/><Relationship Id="rId4"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5/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4400" b="1" dirty="0">
                <a:solidFill>
                  <a:schemeClr val="bg1"/>
                </a:solidFill>
                <a:latin typeface="Georgia" pitchFamily="34" charset="0"/>
                <a:ea typeface="Georgia" pitchFamily="34" charset="-122"/>
                <a:cs typeface="Georgia" pitchFamily="34" charset="-120"/>
              </a:rPr>
              <a:t>Tafsir of Juz Ilayhi Yuradd</a:t>
            </a:r>
            <a:endParaRPr lang="en-US" sz="44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5/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25 • From Al-Jathiyah back to Fussilat (47–54)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turquoise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Al-Jathiyah and moves back to Surah Fussilat</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Al-Jathiyah</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Ad-Dukhan</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Az-Zukhruf</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Ash-Shura</a:t>
            </a:r>
            <a:endParaRPr lang="en-US" sz="1400" dirty="0"/>
          </a:p>
        </p:txBody>
      </p:sp>
      <p:sp>
        <p:nvSpPr>
          <p:cNvPr id="12" name="Shape 10"/>
          <p:cNvSpPr/>
          <p:nvPr/>
        </p:nvSpPr>
        <p:spPr>
          <a:xfrm>
            <a:off x="685800" y="2487168"/>
            <a:ext cx="2622728" cy="566928"/>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685800" y="2487168"/>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5. </a:t>
            </a:r>
            <a:pPr algn="ctr" indent="0" marL="0">
              <a:buNone/>
            </a:pPr>
            <a:r>
              <a:rPr lang="en-US" altLang="en-US" sz="1400" b="1" dirty="0">
                <a:solidFill>
                  <a:schemeClr val="tx2"/>
                </a:solidFill>
                <a:latin typeface="Arial" pitchFamily="34" charset="0"/>
                <a:ea typeface="Arial" pitchFamily="34" charset="-122"/>
                <a:cs typeface="Arial" pitchFamily="34" charset="-120"/>
              </a:rPr>
              <a:t>Fussilat</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Al-Jathiyah</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37 verses • The Kneeling</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There is no well-known reason for the revelation of the surah as a whole. About “Nothing destroys us but time”, the Prophet (peace be upon him) said that Allah says: "The son of Adam hurts Me by cursing time, while I am time; in My hand is the command, I turn the night and the day"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Showing Allah's signs in the universe and in people, warning those too arrogant to listen to them, and that on the Day of Resurrection people will kneel on their knees and their record of deeds will be shown to them.</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 made of letters the Arabs knew.</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sent down from Allah, the Almighty in His kingdom, the All-Wise in His command and law.</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السَّمَٰوَٰتِ وَالْأَرْضِ لَأيَٰتٍ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creation of the heavens and the earth are clear signs of Allah's power for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وَفِي خَلْقِكُمْ وَمَا يَبُثُّ مِن دَآبَّةٍ ءَايَٰتٌ لِّقَوْمٍ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your creation, O people, and the animals Allah spreads about, are signs for people who are certain.</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وَاخْتِلَٰفِ الَّيْلِ وَالنَّهَارِ وَمَآ أَنزَلَ اللَّهُ مِنَ السَّمَآءِ مِن رِّزْقٍ فَأَحْيَا بِهِ الْأَرْضَ بَعْدَ مَوْتِهَا وَتَصْرِيفِ الرِّيَٰحِ ءَايَٰتٌ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in the alternation of night and day, the rain by which Allah gives life to the earth after it is dry, and the turning of the winds, are signs for people who use their minds.</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ءَايَٰتُ اللَّهِ نَتْلُوهَا عَلَيْكَ بِالْحَقِّ فَبِأَيِّ حَدِيثٍ بَعْدَ اللَّهِ وَءَايَٰتِهِ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Allah's verses that We recite to you with truth. If they do not believe in them, then in what speech after Allah's words and signs will they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لِّكُلِّ أَفَّاكٍ أَثِيمٍ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Destruction and punishment for every sinful liar,</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يَسْمَعُ ءَايَٰتِ اللَّهِ تُتْلَىٰ عَلَيْهِ ثُمَّ يُصِرُّ مُسْتَكْبِرًا كَأَن لَّمْ يَسْمَعْهَا فَبَشِّرْهُ بِعَذَابٍ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hears Allah's verses recited to him, then carries on in disbelief arrogantly as if he had not heard them. So give him news of a painful punishment.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عَلِمَ مِنْ ءَايَٰتِنَا شَيْـًٔا اتَّخَذَهَا هُزُوًا أُوْلَـٰئِكَ لَهُمْ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learns something of Our verses, he makes fun of it. They will have a humiliating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وَرَآئِهِمْ جَهَنَّمُ وَلَا يُغْنِي عَنْهُم مَّا كَسَبُواْ شَيْـًٔا وَلَا مَا اتَّخَذُواْ مِن دُونِ اللَّهِ أَوْلِيَآءَ وَلَهُمْ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Ahead of them is Hell. Their wealth will not help them, nor the idols they worshipped besides Allah, and they will have a great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هُدًى وَالَّذِينَ كَفَرُواْ بِـَٔايَٰتِ رَبِّهِمْ لَهُمْ عَذَابٌ مِّن رِّجْزٍ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guidance. Those who disbelieve in their Lord's verses will have the most severe and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سَخَّرَ لَكُمُ الْبَحْرَ لِتَجْرِيَ الْفُلْكُ فِيهِ بِأَمْرِهِ وَلِتَبْتَغُواْ مِن فَضْلِهِ وَلَعَلَّكُمْ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made the sea serve you, so that ships sail in it by His command, so that you seek His provision through trade and fishing, and so that you may be thankful.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وَسَخَّرَ لَكُم مَّا فِي السَّمَٰوَٰتِ وَمَا فِي الْأَرْضِ جَمِيعًا مِّنْهُ إِنَّ فِي ذَٰلِكَ لَأيَٰتٍ لِّقَوْمٍ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made everything in the heavens and the earth serve you, all as a blessing from Him alone. In that are signs for people who think.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لِّلَّذِينَ ءَامَنُواْ يَغْفِرُواْ لِلَّذِينَ لَا يَرْجُونَ أَيَّامَ اللَّهِ لِيَجْزِيَ قَوْمًا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Tell the believers to forgive the disbelievers who do not fear Allah's punishment, for Allah will repay every people for what they did.</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عَمِلَ صَٰلِحًا فَلِنَفْسِهِ وَمَنْ أَسَآءَ فَعَلَيْهَا ثُمَّ إِلَىٰ رَبِّكُمْ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good, it benefits himself, and whoever does evil, it harms himself. Then to your Lord you will be returned for the reckoning.</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بَنِي إِسْرَـٰءِيلَ الْكِتَٰبَ وَالْحُكْمَ وَالنُّبُوَّةَ وَرَزَقْنَٰهُم مِّنَ الطَّيِّبَٰتِ وَفَضَّلْنَٰهُمْ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the Children of Israel the Torah, wisdom and prophethood, provided them with good things, and favoured them over the people of their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وَءَاتَيْنَٰهُم بَيِّنَٰتٍ مِّنَ الْأَمْرِ فَمَا اخْتَلَفُواْ إِلَّا مِن بَعْدِ مَا جَآءَهُمُ الْعِلْمُ بَغْيًا بَيْنَهُمْ إِنَّ رَبَّكَ يَقْضِي بَيْنَهُمْ يَوْمَ الْقِيَٰمَةِ فِيمَا كَانُواْ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them clear proofs in religion. They only differed after knowledge came to them, out of envy and wrongdoing between them, and Allah will judge between them on the Day of Resurrection.</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جَعَلْنَٰكَ عَلَىٰ شَرِيعَةٍ مِّنَ الْأَمْرِ فَاتَّبِعْهَا وَلَا تَتَّبِعْ أَهْوَآءَ الَّذِينَ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put you, O Muhammad, on a clear way of religion, so follow it and do not follow the desires of those who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لَن يُغْنُواْ عَنكَ مِنَ اللَّهِ شَيْـًٔا وَإِنَّ الظَّـٰلِمِينَ بَعْضُهُمْ أَوْلِيَآءُ بَعْضٍ وَاللَّهُ وَلِيُّ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cannot protect you at all from Allah's punishment if you follow them. The wrongdoers help one another, but Allah is the Helper of those with taqwa.</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بَصَـٰئِرُ لِلنَّاسِ وَهُدًى وَرَحْمَةٌ لِّقَوْمٍ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insight by which people see the truth, and guidance and mercy for people who are certain.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حَسِبَ الَّذِينَ اجْتَرَحُواْ السَّيِّـَٔاتِ أَن نَّجْعَلَهُمْ كَالَّذِينَ ءَامَنُواْ وَعَمِلُواْ الصَّـٰلِحَٰتِ سَوَآءً مَّحْيَاهُمْ وَمَمَاتُهُمْ سَآءَ مَا يَحْكُمُونَ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those who do evil deeds think that We will make them like the righteous believers in their life and death? How bad is their judgement!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وَخَلَقَ اللَّهُ السَّمَٰوَٰتِ وَالْأَرْضَ بِالْحَقِّ وَلِتُجْزَىٰ كُلُّ نَفْسٍ بِمَا كَسَبَتْ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created the heavens and the earth with truth, so that every soul may be repaid for what it did, and they will not be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 مَنِ اتَّخَذَ إِلَٰهَهُ هَوَىٰهُ وَأَضَلَّهُ اللَّهُ عَلَىٰ عِلْمٍ وَخَتَمَ عَلَىٰ سَمْعِهِ وَقَلْبِهِ وَجَعَلَ عَلَىٰ بَصَرِهِ غِشَٰوَةً فَمَن يَهْدِيهِ مِن بَعْدِ اللَّهِ أَفَلَا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seen the one who takes his desire as his god and follows it? Allah lets him go astray, knowing he does not deserve guidance, seals his hearing and heart, and puts a cover over his eyes. Who can guide him after Allah? Will you not take heed?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مَا هِيَ إِلَّا حَيَاتُنَا الدُّنْيَا نَمُوتُ وَنَحْيَا وَمَا يُهْلِكُنَآ إِلَّا الدَّهْرُ وَمَا لَهُم بِذَٰلِكَ مِنْ عِلْمٍ إِنْ هُمْ إِلَّا يَظُنُّونَ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deny the Resurrection said: There is only this life; some die and others live, and nothing destroys us but the passing of time. They have no knowledge of that; it is only a guess.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مَّا كَانَ حُجَّتَهُمْ إِلَّآ أَن قَالُواْ ائْتُواْ بِـَٔابَآئِنَآ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clear verses are recited to them, their only argument is to say: Bring back our dead fathers, if you are truthful.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اللَّهُ يُحْيِيكُمْ ثُمَّ يُمِيتُكُمْ ثُمَّ يَجْمَعُكُمْ إِلَىٰ يَوْمِ الْقِيَٰمَةِ لَا رَيْبَ فِيهِ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Allah gives you life, then causes you to die, then will gather you for the Day of Resurrection, about which there is no doubt. But most people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مُلْكُ السَّمَٰوَٰتِ وَالْأَرْضِ وَيَوْمَ تَقُومُ السَّاعَةُ يَوْمَئِذٍ يَخْسَرُ الْمُبْطِلُونَ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kingdom of the heavens and the earth. On the Day the Hour comes, the people of falsehood will lose.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وَتَرَىٰ كُلَّ أُمَّةٍ جَاثِيَةً كُلُّ أُمَّةٍ تُدْعَىٰ إِلَىٰ كِتَٰبِهَا الْيَوْمَ تُجْزَوْنَ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see every nation that Day kneeling on its knees from the terror. Every nation will be called to its record of deeds: Today you will be repaid for what you used to do.</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كِتَٰبُنَا يَنطِقُ عَلَيْكُم بِالْحَقِّ إِنَّا كُنَّا نَسْتَنسِخُ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Our Book, which testifies against you with truth. We used to command the angels to write down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الَّذِينَ ءَامَنُواْ وَعَمِلُواْ الصَّـٰلِحَٰتِ فَيُدْخِلُهُمْ رَبُّهُمْ فِي رَحْمَتِهِ ذَٰلِكَ هُوَ الْفَوْزُ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righteous believers, their Lord will admit them into His mercy, Paradise. That is the clear success.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الَّذِينَ كَفَرُواْ أَفَلَمْ تَكُنْ ءَايَٰتِي تُتْلَىٰ عَلَيْكُمْ فَاسْتَكْبَرْتُمْ وَكُنتُمْ قَوْمًا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disbelievers, they will be told: Were My verses not recited to you, but you were too arrogant to accept them and were a criminal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إِنَّ وَعْدَ اللَّهِ حَقٌّ وَالسَّاعَةُ لَا رَيْبَ فِيهَا قُلْتُم مَّا نَدْرِي مَا السَّاعَةُ إِن نَّظُنُّ إِلَّا ظَنًّا وَمَا نَحْنُ بِمُسْتَيْقِنِينَ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were told: Allah's promise of the Resurrection is true and there is no doubt about the Hour, you said: We do not know what the Hour is; we only guess, and we are not certain.</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وَبَدَا لَهُمْ سَيِّـَٔاتُ مَا عَمِلُواْ وَحَاقَ بِهِم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for their bad deeds will appear to them that Day, and what they used to mock will come down on them.</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 الْيَوْمَ نَنسَىٰكُمْ كَمَا نَسِيتُمْ لِقَآءَ يَوْمِكُمْ هَٰذَا وَمَأْوَىٰكُمُ النَّارُ وَمَا لَكُم مِّن 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told: Today We leave you in the punishment, as you left preparing for the meeting of this Day of yours. Your home is the Fire, and you will have no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Al-Jathiyah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ذَٰلِكُم بِأَنَّكُمُ اتَّخَذْتُمْ ءَايَٰتِ اللَّهِ هُزُوًا وَغَرَّتْكُمُ الْحَيَوٰةُ الدُّنْيَا فَالْيَوْمَ لَا يُخْرَجُونَ مِنْهَا وَلَا هُمْ يُسْتَعْتَبُونَ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you made fun of Allah's verses and this worldly life fooled you. So today they will not be taken out of the Fire, nor will they be allowed to make amends.</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فَلِلَّهِ الْحَمْدُ رَبِّ السَّمَٰوَٰتِ وَرَبِّ الْأَرْضِ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 praise belongs to Allah, Lord of the heavens, Lord of the earth, Lord of the worlds.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 الْكِبْرِيَآءُ فِي السَّمَٰوَٰتِ وَالْأَرْضِ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is all greatness and majesty in the heavens and the earth, and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Ad-Dukhan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59 verses • The Smoke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Mas'ud (may Allah be pleased with him) said: When Quraysh delayed accepting Islam, the Prophet (peace be upon him) prayed against them for years like the years of Yusuf. Drought and hunger struck them until they ate bones. A man would look at the sky and see something like smoke between him and it from hunger. So Allah sent down: “So wait for the Day when the sky brings a clear smoke”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Qur'an was sent down on a blessed night, a warning to those who deny of the Day of Smoke, the story of Pharaoh's destruction, and a comparison between the food of the people of the Fire and the bliss of the people of Paradise.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وَالْكِتَٰبِ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Book that is clear in its meanings and rulings.</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أَنزَلْنَٰهُ فِي لَيْلَةٍ مُّبَٰرَكَةٍ إِنَّا كُنَّا 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the Qur'an down on a night full of goodness and blessing, Laylat Al-Qadr in Ramadan, to warn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فِيهَا يُفْرَقُ كُلُّ أَمْرٍ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night every wise matter for the year, like lifespans and provision, is set out from the Preserved Tablet,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أَمْرًا مِّنْ عِندِنَآ إِنَّا كُنَّا 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command from Us. We are always sending messengers to people,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رَحْمَةً مِّن رَّبِّكَ إِنَّهُ 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a mercy from your Lord to His servants. He is the All-Hearing of what they say, the All-Knowing of their state,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إِن كُنتُم مُّوقِنِينَ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Lord of the heavens and the earth and what is between them, if you are certain.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إِلَٰهَ إِلَّا هُوَ يُحْيِ وَيُمِيتُ رَبُّكُمْ وَرَبُّ ءَابَآئِكُمُ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None deserves worship but Him. He gives life and causes death, your Lord and the Lord of your forefathers.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هُمْ فِي شَكٍّ يَلْعَبُونَ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these disbelievers are in doubt about the truth, playing and amusing themselves.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فَارْتَقِبْ يَوْمَ تَأْتِي السَّمَآءُ بِدُخَانٍ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wait, O Muhammad, for the Day when the sky brings a clear smoke that people will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يَغْشَى النَّاسَ هَٰذَا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covering the people. They will say: This is a painful punishment.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اكْشِفْ عَنَّا الْعَذَابَ إِنَّا 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Our Lord, remove the punishment from us; we will believe.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أَنَّىٰ لَهُمُ الذِّكْرَىٰ وَقَدْ جَآءَهُمْ رَسُولٌ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can they take heed when a messenger with a clear message has already come to them and they did not believe?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تَوَلَّوْاْ عَنْهُ وَقَالُواْ مُعَلَّمٌ 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turned away from him and said: Someone else teaches him, and he is mad.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كَاشِفُواْ الْعَذَابِ قَلِيلًا إِنَّكُمْ عَآئِدُونَ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remove the punishment from you for a little while, and you will go back to your disbelief.</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نَبْطِشُ الْبَطْشَةَ الْكُبْرَىٰ إِنَّا مُنتَقِمُونَ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seize them with the greatest seizing, We will punish them. Ibn Mas'ud said: It is the Day of Badr.</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فَتَنَّا قَبْلَهُمْ قَوْمَ فِرْعَوْنَ وَجَآءَهُمْ رَسُولٌ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them We tested Pharaoh's people, and a noble messenger, Musa (peace be upon him), came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أَدُّواْ إِلَيَّ عِبَادَ اللَّهِ إِنِّي لَكُمْ رَسُولٌ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to them: Let Allah's servants, the Children of Israel, go with me. I am a trustworthy messenger to you.</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لَّا تَعْلُواْ عَلَى اللَّهِ إِنِّي ءَاتِيكُم بِسُلْطَٰنٍ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act arrogantly against Allah. I have brought you a clear proof.</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وَإِنِّي عُذْتُ بِرَبِّي وَرَبِّكُمْ أَن تَرْجُمُونِ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seek refuge in my Lord and your Lord from your stoning me.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لَّمْ تُؤْمِنُواْ لِي فَاعْتَزِلُونِ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do not believe me, then leave me alone and do not harm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فَدَعَا رَبَّهُ أَنَّ هَـٰؤُلَآءِ قَوْمٌ 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Musa called on his Lord: These are a criminal people.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فَأَسْرِ بِعِبَادِي لَيْلًا إِنَّكُم مُّتَّبَعُونَ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Travel with My servants by night; Pharaoh and his armies will follow you.</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وَاتْرُكِ الْبَحْرَ رَهْوًا إِنَّهُمْ جُندٌ مُّغْرَقُونَ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Leave the sea still and open as it is; they are an army that will be drowned.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كَمْ تَرَكُواْ مِن جَنَّـٰتٍ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gardens and flowing springs Pharaoh and his people left behind after drowning,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وَزُرُوعٍ وَمَقَامٍ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crops and fine homes,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وَنَعْمَةٍ كَانُواْ فِيهَا فَٰكِهِينَ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blessings they used to enjoy!</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وَأَوْرَثْنَٰهَا قَوْمًا ءَاخَرِينَ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it was, and We gave their blessings to another people.</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بَكَتْ عَلَيْهِمُ السَّمَآءُ وَالْأَرْضُ وَمَا كَانُواْ مُنظَرِينَ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Neither the sky nor the earth wept for them, because they were worthless, and they were not given more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نَجَّيْنَا بَنِي إِسْرَـٰءِيلَ مِنَ الْعَذَابِ الْمُهِينِ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saved the Children of Israel from the humiliating punishment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فِرْعَوْنَ إِنَّهُ كَانَ عَالِيًا مِّنَ الْمُسْرِفِينَ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Pharaoh. He was arrogant and went too far in wrongdoing.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اخْتَرْنَٰهُمْ عَلَىٰ عِلْمٍ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chose the Children of Israel, with knowledge, over the people of their time,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وَءَاتَيْنَٰهُم مِّنَ الْأيَٰتِ مَا فِيهِ بَلَـٰؤٌاْ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gave them miracles that were a clear test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هَـٰؤُلَآءِ لَيَقُولُونَ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idol-worshippers say: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هِيَ إِلَّا مَوْتَتُنَا الْأُولَىٰ وَمَا نَحْنُ بِمُنشَرِينَ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only our first death in this world, and we will not be raised.</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فَأْتُواْ بِـَٔابَآئِنَآ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bring back our dead fathers, if you are truthful.</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أَهُمْ خَيْرٌ أَمْ قَوْمُ تُبَّعٍ وَالَّذِينَ مِن قَبْلِهِمْ أَهْلَكْنَٰهُمْ إِنَّهُمْ كَانُواْ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they stronger, or the people of Tubba', the king of Yemen, and the nations before them? We destroyed them because they were criminals.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خَلَقْنَا السَّمَٰوَٰتِ وَالْأَرْضَ وَمَا بَيْنَهُمَا لَٰعِبِينَ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create the heavens and the earth and what is between them for play and without purpose.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خَلَقْنَٰهُمَآ إِلَّا بِالْحَقِّ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only created them with truth and wisdom, but most of the disbelievers do not know.</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يَوْمَ الْفَصْلِ مِيقَٰتُهُمْ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of Judgement, when people are separated, is the appointed time for them all,</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لَا يُغْنِي مَوْلًى عَن مَّوْلًى شَيْـًٔا وَلَا 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when no relative can help another relative at all, nor will they be helped,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رَّحِمَ اللَّهُ إِنَّهُ هُوَ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believers whom Allah has mercy on. He is the Almighty, the Most Merciful.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شَجَرَتَ الزَّقُّومِ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tree of Zaqqum, which grows at the bottom of Hellfire,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طَعَامُ الْأَثِيمِ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food of the very sinful,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كَالْمُهْلِ يَغْلِي فِي الْبُطُونِ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like black boiling oil, boiling in the bellies,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كَغَلْيِ الْحَمِيمِ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like the boiling of extremely hot water.</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خُذُوهُ فَاعْتِلُوهُ إِلَىٰ سَوَآءِ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will be told: Seize him and drag him roughly into the middle of Hellfire.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صُبُّواْ فَوْقَ رَأْسِهِ مِنْ عَذَابِ الْحَمِيمِ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pour boiling water over his head.</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ذُقْ إِنَّكَ أَنتَ الْعَزِيزُ الْكَرِيمُ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be told mockingly: Taste the punishment! You are the one who claimed to be the mighty, the noble.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مَا كُنتُم بِهِ تَمْتَرُونَ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punishment is what you used to doubt in the world.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الْمُتَّقِينَ فِي مَقَامٍ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with taqwa will be in a place safe from every fear,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جَنَّـٰتٍ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gardens and flowing springs,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يَلْبَسُونَ مِن سُندُسٍ وَإِسْتَبْرَقٍ مُّتَقَٰبِلِينَ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wearing fine and thick silk, facing one another in their gatherings.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54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وَزَوَّجْنَٰهُم بِحُورٍ 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it will be. We will honour them and give them as spouses fair ones with beautiful wide eyes.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يَدْعُونَ فِيهَا بِكُلِّ فَٰكِهَةٍ ءَامِنِينَ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ask there for every kind of fruit, safe from it ever running out or causing harm.</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يَذُوقُونَ فِيهَا الْمَوْتَ إِلَّا الْمَوْتَةَ الْأُولَىٰ وَوَقَىٰهُمْ عَذَابَ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never die there after their first death in the world, and their Lord will protect them from the punishment of Hellfire,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فَضْلًا مِّن رَّبِّكَ ذَٰلِكَ هُوَ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as a favour from your Lord. That is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Ad-Dukhan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238429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فَإِنَّمَا يَسَّرْنَٰهُ بِلِسَانِكَ لَعَلَّهُمْ يَتَذَكَّرُونَ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the Qur'an easy in your Arabic language so that they may take heed.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377875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فَارْتَقِبْ إِنَّهُم مُّرْتَقِبُونَ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wait for the victory Allah has promised you; they are waiting for your destruction, but the good end is for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Az-Zukhruf</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89 verses • The Gold Ornaments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from Ibn 'Abbas: When “You and what you worship besides Allah are the fuel of Hell” was revealed, the idol-worshippers said: 'Isa is worshipped besides Allah; is he in the Fire? They were delighted and made noise. So Allah sent down: “When the son of Maryam is given as an example, your people shout about it”, and made clear that 'Isa is a servant Allah blessed, not included in the warning.</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Answering those who copy their fathers in shirk, showing that the decoration and gold of this world have no value with Allah, the story of Musa with Pharaoh, the truth about 'Isa (peace be upon him), and the bliss of those with taqwa.</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وَالْكِتَٰبِ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clear Book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جَعَلْنَٰهُ قُرْءَٰنًا عَرَبِيًّا 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We have sent it down as an Arabic Qur'an so that you may understand it and use your minds.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فِي أُمِّ الْكِتَٰبِ لَدَيْنَا لَعَلِيٌّ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Preserved Tablet with Us it is of high rank, wise, with no flaw in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أَفَنَضْرِبُ عَنكُمُ الذِّكْرَ صَفْحًا أَن كُنتُمْ قَوْمًا 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Should We stop reminding you with the Qur'an and turn away from you because you are a people who go too far in disbelief? No, We remind you out of mercy for you.</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أَرْسَلْنَا مِن نَّبِيٍّ فِي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prophets We sent among the earlier nations!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يَأْتِيهِم مِّن نَّبِيٍّ إِلَّا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prophet came to them without them mocking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فَأَهْلَكْنَآ أَشَدَّ مِنْهُم بَطْشًا وَمَضَىٰ مَثَلُ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destroyed nations stronger than Quraysh, and the stories of the earlier people have passed as lessons for people.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لَيَقُولُنَّ خَلَقَهُنَّ الْعَزِيزُ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ask the idol-worshippers who created the heavens and the earth, they will surely say: The Almighty, the All-Knowing created them,</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جَعَلَ لَكُمُ الْأَرْضَ مَهْدًا وَجَعَلَ لَكُمْ فِيهَا سُبُلًا لَّعَلَّكُمْ تَهْتَدُونَ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made the earth flat for you like a bed and made paths in it for you so that you may find your 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نَزَّلَ مِنَ السَّمَآءِ مَآءً بِقَدَرٍ فَأَنشَرْنَا بِهِ بَلْدَةً مَّيْتًا كَذَٰلِكَ تُخْرَجُونَ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sends down rain from the sky in the right amount, and with it We give life to a dead land. In the same way you will be brought out of your graves,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خَلَقَ الْأَزْوَٰجَ كُلَّهَا وَجَعَلَ لَكُم مِّنَ الْفُلْكِ وَالْأَنْعَٰمِ مَا تَرْكَبُونَ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created all things in pairs, and made ships and animals for you to ride,</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لِتَسْتَوُاْ عَلَىٰ ظُهُورِهِ ثُمَّ تَذْكُرُواْ نِعْمَةَ رَبِّكُمْ إِذَا اسْتَوَيْتُمْ عَلَيْهِ وَتَقُولُواْ سُبْحَٰنَ الَّذِي سَخَّرَ لَنَا هَٰذَا وَمَا كُنَّا لَهُ مُقْرِنِينَ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you settle on their backs, then remember your Lord's blessing and say: Glory be to the One who has made this serve us, for we could never have done it ourselves,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إِلَىٰ رَبِّنَا لَمُنقَلِبُونَ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And to our Lord we will surely return. The Prophet (peace be upon him) used to say this du'a' when he mounted his animal to travel.</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وَجَعَلُواْ لَهُ مِنْ عِبَادِهِ جُزْءًا إِنَّ الْإِنسَٰنَ لَكَفُورٌ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have made some of His servants into His children when they said: The angels are Allah's daughters. Man is clearly ungrateful.</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اتَّخَذَ مِمَّا يَخْلُقُ بَنَاتٍ وَأَصْفَىٰكُم بِالْبَنِينَ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Allah taken daughters for Himself and given you sons?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بُشِّرَ أَحَدُهُم بِمَا ضَرَبَ لِلرَّحْمَٰنِ مَثَلًا ظَلَّ وَجْهُهُ مُسْوَدًّا وَهُوَ كَظِيمٌ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Yet when one of them is given news of a daughter, like what they say Allah has, his face turns dark with sadness and he is full of grief.</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أَوَمَن يُنَشَّؤُاْ فِي الْحِلْيَةِ وَهُوَ فِي الْخِصَامِ غَيْرُ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give Allah one who is brought up in ornaments and jewellery and cannot make her point clear in an argument?</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وَجَعَلُواْ الْمَلَـٰئِكَةَ الَّذِينَ هُمْ عِبَٰدُ الرَّحْمَٰنِ إِنَٰثًا أَشَهِدُواْ خَلْقَهُمْ سَتُكْتَبُ شَهَٰدَتُهُمْ وَيُسْـَٔلُونَ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have made the angels, who are servants of the Most Merciful, female. Did they witness their creation? Their false testimony will be written down, and they will be asked about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لَوْ شَآءَ الرَّحْمَٰنُ مَا عَبَدْنَٰهُم مَّا لَهُم بِذَٰلِكَ مِنْ عِلْمٍ إِنْ هُمْ إِلَّا يَخْرُصُونَ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If the Most Merciful had willed, we would not have worshipped the angels. They have no knowledge of that; they are only lying.</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ءَاتَيْنَٰهُمْ كِتَٰبًا مِّن قَبْلِهِ فَهُم بِهِ مُسْتَمْسِكُونَ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did We give them a Book before the Qur'an that they hold on to in their worship?</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قَالُواْ إِنَّا وَجَدْنَآ ءَابَآءَنَا عَلَىٰ أُمَّةٍ وَإِنَّا عَلَىٰ ءَاثَٰرِهِم 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they said: We found our fathers on a religion, and we are guided by following their footsteps.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مَآ أَرْسَلْنَا مِن قَبْلِكَ فِي قَرْيَةٍ مِّن نَّذِيرٍ إِلَّا قَالَ مُتْرَفُوهَآ إِنَّا وَجَدْنَآ ءَابَآءَنَا عَلَىٰ أُمَّةٍ وَإِنَّا عَلَىٰ ءَاثَٰرِهِم مُّقْتَدُونَ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same way, We never sent a warner before you to any town without its wealthy, pampered people saying: We found our fathers on a religion, and we are following their footsteps.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أَوَلَوْ جِئْتُكُم بِأَهْدَىٰ مِمَّا وَجَدتُّمْ عَلَيْهِ ءَابَآءَكُمْ قَالُواْ إِنَّا بِمَآ أُرْسِلْتُم بِهِ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 said to them: Even if I bring you better guidance than what you found your fathers on? They said: We disbelieve in what you have been sent with.</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فَانتَقَمْنَا مِنْهُمْ فَانظُرْ كَيْفَ كَانَ عَٰقِبَةُ الْمُكَذِّبِينَ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punished those denying nations, and see what their end was!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إِبْرَٰهِيمُ لِأَبِيهِ وَقَوْمِهِ إِنَّنِي بَرَآءٌ مِّمَّا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Ibrahim said to his father and his people: I am free of what you worship,</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 فَطَرَنِي فَإِنَّهُ سَيَهْدِينِ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Allah, who created me; He will guide me to the path of truth.</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وَجَعَلَهَا كَلِمَةً بَاقِيَةً فِي عَقِبِهِ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made the word of tawhid, La ilaha illa Allah, last among his descendants, so that they would return to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مَتَّعْتُ هَـٰؤُلَآءِ وَءَابَآءَهُمْ حَتَّىٰ جَآءَهُمُ الْحَقُّ وَرَسُولٌ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I let these idol-worshippers and their fathers enjoy this world until the Qur'an and a messenger with a clear message came to them.</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جَآءَهُمُ الْحَقُّ قَالُواْ هَٰذَا سِحْرٌ وَإِنَّا بِهِ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truth came to them, they said: This is magic, and we disbelieve in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لَوْلَا نُزِّلَ هَٰذَا الْقُرْءَانُ عَلَىٰ رَجُلٍ مِّنَ الْقَرْيَتَيْنِ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Why was this Qur'an not sent down to a great man from one of the two towns, Makkah or Ta'if?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أَهُمْ يَقْسِمُونَ رَحْمَتَ رَبِّكَ نَحْنُ قَسَمْنَا بَيْنَهُم مَّعِيشَتَهُمْ فِي الْحَيَوٰةِ الدُّنْيَا وَرَفَعْنَا بَعْضَهُمْ فَوْقَ بَعْضٍ دَرَجَٰتٍ لِّيَتَّخِذَ بَعْضُهُم بَعْضًا سُخْرِيًّا وَرَحْمَتُ رَبِّكَ خَيْرٌ مِّمَّا يَجْمَعُونَ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they who share out your Lord's mercy? It is We who have shared out their provision among them and raised some above others so that they serve one another. Your Lord's mercy, Paradise, is better than the worldly things they gather.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أَن يَكُونَ النَّاسُ أُمَّةً وَٰحِدَةً لَّجَعَلْنَا لِمَن يَكْفُرُ بِالرَّحْمَٰنِ لِبُيُوتِهِمْ سُقُفًا مِّن فِضَّةٍ وَمَعَارِجَ عَلَيْهَا يَظْهَرُونَ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that all people would become disbelievers when they saw the blessings of the disbelievers, We would have given the houses of the disbelievers roofs of silver and stairs to climb,</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وَلِبُيُوتِهِمْ أَبْوَٰبًا وَسُرُرًا عَلَيْهَا يَتَّكِـُٔونَ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doors of silver for their houses, and couches to recline on,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وَزُخْرُفًا وَإِن كُلُّ ذَٰلِكَ لَمَّا مَتَٰعُ الْحَيَوٰةِ الدُّنْيَا وَالْأخِرَةُ عِندَ رَبِّكَ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gold ornaments. All of that is only a small enjoyment of this worldly life, and the Hereafter with your Lord is for those with taqwa.</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يَعْشُ عَن ذِكْرِ الرَّحْمَٰنِ نُقَيِّضْ لَهُ شَيْطَٰنًا فَهُوَ لَهُ قَرِينٌ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turns away from the remembrance of the Most Merciful, We assign him a devil who stays with him and never leaves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وَإِنَّهُمْ لَيَصُدُّونَهُمْ عَنِ السَّبِيلِ وَيَحْسَبُونَ أَنَّهُم 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devils block them from the path of truth while they think they are rightly guided,</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جَآءَنَا قَالَ يَٰلَيْتَ بَيْنِي وَبَيْنَكَ بُعْدَ الْمَشْرِقَيْنِ فَبِئْسَ الْقَرِينُ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he comes to Us on the Day of Resurrection, he says to his devil: If only there were the distance between east and west between me and you! What an evil companion!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 يَنفَعَكُمُ الْيَوْمَ إِذ ظَّلَمْتُمْ أَنَّكُمْ فِي الْعَذَابِ مُشْتَرِكُونَ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Since you did wrong, it will not help you today that you share in the punishment; it will not lighten it for you at all.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أَفَأَنتَ تُسْمِعُ الصُّمَّ أَوْ تَهْدِي الْعُمْيَ وَمَن كَانَ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Can you, O Muhammad, make hear the one Allah has made deaf to the truth, or guide the one whose insight Allah has blinded, and one who is clearly astray?</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فَإِمَّا نَذْهَبَنَّ بِكَ فَإِنَّا مِنْهُم مُّنتَقِمُونَ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We take your soul before We punish them, We will surely punish them after you.</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نُرِيَنَّكَ الَّذِي وَعَدْنَٰهُمْ فَإِنَّا عَلَيْهِم مُّقْتَدِرُونَ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We will show you in your lifetime the punishment We promised them; We have full power over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فَاسْتَمْسِكْ بِالَّذِي أُوحِيَ إِلَيْكَ إِنَّكَ عَلَىٰ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hold firmly to the Qur'an that has been revealed to you; you are on a straight path.</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لَذِكْرٌ لَّكَ وَلِقَوْمِكَ وَسَوْفَ تُسْـَٔلُونَ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Qur'an is an honour for you and your people, and you will be asked about fulfilling its right.</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وَسْـَٔلْ مَنْ أَرْسَلْنَا مِن قَبْلِكَ مِن رُّسُلِنَآ أَجَعَلْنَا مِن دُونِ الرَّحْمَٰنِ ءَالِهَةً يُعْبَدُونَ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Ask the followers of the messengers We sent before you: Did We ever allow gods to be worshipped besides the Most Merciful? That never happened.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مُوسَىٰ بِـَٔايَٰتِنَآ إِلَىٰ فِرْعَوْنَ وَمَلَإِيْهِ فَقَالَ إِنِّي رَسُولُ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Musa with Our miracles to Pharaoh and his chiefs, and he said: I am a messenger of the Lord of the worlds.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جَآءَهُم بِـَٔايَٰتِنَآ إِذَا هُم مِّنْهَا يَضْحَكُونَ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brought them Our miracles, they laughed at them mockingly.</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نُرِيهِم مِّنْ ءَايَةٍ إِلَّا هِيَ أَكْبَرُ مِنْ أُخْتِهَا وَأَخَذْنَٰهُم بِالْعَذَابِ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miracle We showed them was greater than the one before it, and We punished them with drought, flood and locusts so that they might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يَـٰأَيُّهَ السَّاحِرُ ادْعُ لَنَا رَبَّكَ بِمَا عَهِدَ عِندَكَ إِنَّنَا لَمُهْتَدُونَ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to Musa: O learned man, call on your Lord for us by the promise He made with you; if He removes the punishment from us, we will believe.</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كَشَفْنَا عَنْهُمُ الْعَذَابَ إِذَا هُمْ يَنكُثُونَ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We removed the punishment from them, they broke their promise.</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وَنَادَىٰ فِرْعَوْنُ فِي قَوْمِهِ قَالَ يَٰقَوْمِ أَلَيْسَ لِي مُلْكُ مِصْرَ وَهَٰذِهِ الْأَنْهَٰرُ تَجْرِي مِن تَحْتِي أَفَلَا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called out to his people: O my people, do I not own the kingdom of Egypt, with these rivers flowing beneath my palaces? Do you not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أَنَا خَيْرٌ مِّنْ هَٰذَا الَّذِي هُوَ مَهِينٌ وَلَا يَكَادُ يُبِينُ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I am better than this weak, lowly Musa, who can hardly speak clearly.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أُلْقِيَ عَلَيْهِ أَسْوِرَةٌ مِّن ذَهَبٍ أَوْ جَآءَ مَعَهُ الْمَلَـٰئِكَةُ مُقْتَرِنِينَ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have bracelets of gold not been put on him, or angels come with him to confirm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فَاسْتَخَفَّ قَوْمَهُ فَأَطَاعُوهُ إِنَّهُمْ كَانُواْ قَوْمًا 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Pharaoh fooled his people and they obeyed him; they were a people who disobeyed Allah.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ءَاسَفُونَا انتَقَمْنَا مِنْهُمْ فَأَغْرَقْنَٰهُمْ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angered Us with their actions, We punished them and drowned them all,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فَجَعَلْنَٰهُمْ سَلَفًا وَمَثَلًا لِّلْأخِرِينَ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them an example for those who do as they did and enter the Fire, and a lesson for those after them.</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ضُرِبَ ابْنُ مَرْيَمَ مَثَلًا إِذَا قَوْمُكَ مِنْهُ يَصِدُّونَ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idol-worshippers gave 'Isa son of Maryam as an example to argue with, your people shouted with joy about it.</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ءَأَٰلِهَتُنَا خَيْرٌ أَمْ هُوَ مَا ضَرَبُوهُ لَكَ إِلَّا جَدَلًا بَلْ هُمْ قَوْمٌ خَصِمُونَ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Are our gods better, or 'Isa? They only said that to argue, not to seek the truth; rather, they are a very quarrelsome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هُوَ إِلَّا عَبْدٌ أَنْعَمْنَا عَلَيْهِ وَجَعَلْنَٰهُ مَثَلًا لِّبَنِي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'Isa was only a servant whom We blessed with prophethood and made a sign and lesson for the Children of Israel.</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نَشَآءُ لَجَعَلْنَا مِنكُم مَّلَـٰئِكَةً فِي الْأَرْضِ يَخْلُفُونَ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willed, We could put angels on earth instead of you, succeeding one another.</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لَعِلْمٌ لِّلسَّاعَةِ فَلَا تَمْتَرُنَّ بِهَا وَاتَّبِعُونِ هَٰذَا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coming down of 'Isa at the end of time is a sign that the Hour is near, so do not doubt it, and follow me. This is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يَصُدَّنَّكُمُ الشَّيْطَٰنُ إِنَّهُ لَكُمْ عَدُوٌّ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let Satan turn you away from the truth; he is your clear enemy.</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 عِيسَىٰ بِالْبَيِّنَٰتِ قَالَ قَدْ جِئْتُكُم بِالْحِكْمَةِ وَلِأُبَيِّنَ لَكُم بَعْضَ الَّذِي تَخْتَلِفُونَ فِيهِ 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'Isa came with miracles, he said: I have brought you prophethood, and to make clear to you some of what you differ about in religion, so have taqwa of Allah and obey me.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هُوَ رَبِّي وَرَبُّكُمْ فَاعْبُدُوهُ هَٰذَا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my Lord and your Lord, so worship Him alone. This is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فَاخْتَلَفَ الْأَحْزَابُ مِن بَيْنِهِمْ فَوَيْلٌ لِّلَّذِينَ ظَلَمُواْ مِنْ عَذَابِ يَوْمٍ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groups differed about 'Isa. So woe to the wrongdoers from the punishment of a painful Day!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يَنظُرُونَ إِلَّا السَّاعَةَ أَن تَأْتِيَهُم بَغْتَةً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they only waiting for the Hour to come to them suddenly while they do not realise?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الْأَخِلَّآءُ يَوْمَئِذٍ بَعْضُهُمْ لِبَعْضٍ عَدُوٌّ إِلَّا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Close friends will be enemies to one another on that Day, except those with taqwa who loved each other for Allah's sake.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يَٰعِبَادِ لَا خَوْفٌ عَلَيْكُمُ الْيَوْمَ وَلَآ أَنتُمْ تَحْزَنُونَ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told: O My servants, there is no fear on you today, nor will you grieve,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ءَامَنُواْ بِـَٔايَٰتِنَا وَكَانُواْ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who believed in Our verses and submitted to Allah's command.</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ادْخُلُواْ الْجَنَّةَ أَنتُمْ وَأَزْوَٰجُكُمْ تُحْبَرُونَ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Enter Paradise, you and your spouses, made happy and honoured.</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يُطَافُ عَلَيْهِم بِصِحَافٍ مِّن ذَهَبٍ وَأَكْوَابٍ وَفِيهَا مَا تَشْتَهِيهِ الْأَنفُسُ وَتَلَذُّ الْأَعْيُنُ وَأَنتُمْ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Dishes and cups of gold will be passed around them, and there will be whatever souls desire and eyes delight in, and you will stay there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وَتِلْكَ الْجَنَّةُ الَّتِي أُورِثْتُمُوهَا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Paradise you have been given because of your good deeds.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لَكُمْ فِيهَا فَٰكِهَةٌ كَثِيرَةٌ مِّنْهَا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have plenty of fruit there to eat.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الْمُجْرِمِينَ فِي عَذَابِ جَهَنَّمَ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criminals will stay in the punishment of Hell forever.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يُفَتَّرُ عَنْهُمْ وَهُمْ فِيهِ مُبْلِسُونَ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not be lightened for them, and they will be in despair of all good there.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ظَلَمْنَٰهُمْ وَلَٰكِن كَانُواْ هُمُ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wrong them with the punishment; they were the ones who wronged themselves.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وَنَادَوْاْ يَٰمَٰلِكُ لِيَقْضِ عَلَيْنَا رَبُّكَ قَالَ إِنَّكُم مَّـٰكِثُونَ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call out to Malik, the keeper of the Fire: Let your Lord finish us off! He will say: You will stay in the punishment.</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جِئْنَٰكُم بِالْحَقِّ وَلَٰكِنَّ أَكْثَرَكُمْ لِلْحَقِّ كَٰرِهُونَ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brought you the truth, but most of you hated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أَبْرَمُواْ أَمْرًا فَإِنَّا مُبْرِمُونَ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have the idol-worshippers made a firm plan against the Prophet (peace be upon him)? Then We are making a firm plan to repay them.</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يَحْسَبُونَ أَنَّا لَا نَسْمَعُ سِرَّهُمْ وَنَجْوَىٰهُم بَلَىٰ وَرُسُلُنَا لَدَيْهِمْ يَكْتُبُونَ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think We do not hear what they hide and their secret talk? Yes, We do, and Our angels with them are writing.</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كَانَ لِلرَّحْمَٰنِ وَلَدٌ فَأَنَا أَوَّلُ الْعَٰبِدِينَ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the Most Merciful had a child, I would be the first to worship it, but He is far above having a child.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سُبْحَٰنَ رَبِّ السَّمَٰوَٰتِ وَالْأَرْضِ رَبِّ الْعَرْشِ عَمَّا يَصِفُونَ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Glory be to the Lord of the heavens and the earth, Lord of the Throne, above the lies they describe Him with.</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فَذَرْهُمْ يَخُوضُواْ وَيَلْعَبُواْ حَتَّىٰ يُلَٰقُواْ يَوْمَهُمُ الَّذِي يُوعَدُونَ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leave them to chatter in their falsehood and play until they meet their Day that they are promised.</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فِي السَّمَآءِ إِلَٰهٌ وَفِي الْأَرْضِ إِلَٰهٌ وَهُوَ الْحَكِيمُ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worthy of worship in the heavens and worthy of worship on earth, and He is the All-Wise,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وَتَبَارَكَ الَّذِي لَهُ مُلْكُ السَّمَٰوَٰتِ وَالْأَرْضِ وَمَا بَيْنَهُمَا وَعِندَهُ عِلْمُ السَّاعَةِ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Blessed is Allah, to whom belongs the kingdom of the heavens and the earth and what is between them. With Him is the knowledge of the Hour, and to Him you will be returned.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يَمْلِكُ الَّذِينَ يَدْعُونَ مِن دُونِهِ الشَّفَٰعَةَ إِلَّا مَن شَهِدَ بِالْحَقِّ وَهُمْ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they worship besides Allah have no power to intercede, except those who testify to the truth, tawhid, knowingly.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سَأَلْتَهُم مَّنْ خَلَقَهُمْ لَيَقُولُنَّ اللَّهُ فَأَنَّىٰ يُؤْفَكُونَ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ask the idol-worshippers who created them, they will surely say: Allah. So how are they turned away from worshipping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Az-Zukhruf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وَقِيلِهِ يَٰرَبِّ إِنَّ هَـٰؤُلَآءِ قَوْمٌ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 (peace be upon him) complained to his Lord: O my Lord, these are a people who do not believe.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فَاصْفَحْ عَنْهُمْ وَقُلْ سَلَٰمٌ فَسَوْفَ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turn away from them and say words of peace to them. They will soon know the result of their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Ash-Shura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53 verses • The Consultation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It is reported that “If Allah gave plenty of provision to all His servants, they would rebel on earth” was revealed about some of the poor Companions of As-Suffah who wished for a lot of worldly wealth (Al-Hakim, authentic). Allah made clear that He gives every servant what is good for him.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Showing that the religion of all the prophets is one, that Allah alone judges between people, the qualities of the believers including consulting one another in their affairs, and the ways revelation comes to the prophets.</a:t>
            </a:r>
            <a:endParaRPr lang="en-US" sz="1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عسق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More separate letters, showing that this Qur'an is made of their own speech, yet they cannot produce anything like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يُوحِي إِلَيْكَ وَإِلَى الَّذِينَ مِن قَبْلِكَ اللَّهُ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Just as Allah has revealed this Qur'an to you, He revealed to the prophets before you.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مَا فِي السَّمَٰوَٰتِ وَمَا فِي الْأَرْضِ وَهُوَ الْعَلِيُّ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whatever is in the heavens and the earth, as His kingdom and creation. He is the Most High in Himself and in status, the Most Great.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تَكَادُ السَّمَٰوَٰتُ يَتَفَطَّرْنَ مِن فَوْقِهِنَّ وَالْمَلَـٰئِكَةُ يُسَبِّحُونَ بِحَمْدِ رَبِّهِمْ وَيَسْتَغْفِرُونَ لِمَن فِي الْأَرْضِ أَلَآ إِنَّ اللَّهَ هُوَ الْغَفُورُ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heavens almost split apart from the greatness and awe of Allah. The angels glorify their Lord with praise and ask forgiveness for the believers on earth. Surely, Allah is the Forgiving,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اتَّخَذُواْ مِن دُونِهِ أَوْلِيَآءَ اللَّهُ حَفِيظٌ عَلَيْهِمْ وَمَآ أَنتَ عَلَيْهِم بِوَكِيلٍ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worship gods besides Him, Allah watches their deeds, and you, O Muhammad, are not responsible for guiding them.</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أَوْحَيْنَآ إِلَيْكَ قُرْءَانًا عَرَبِيًّا لِّتُنذِرَ أُمَّ الْقُرَىٰ وَمَنْ حَوْلَهَا وَتُنذِرَ يَوْمَ الْجَمْعِ لَا رَيْبَ فِيهِ فَرِيقٌ فِي الْجَنَّةِ وَفَرِيقٌ فِي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have revealed to you an Arabic Qur'an, so that you may warn the people of Makkah and those around it, and warn them of the Day of Gathering, about which there is no doubt: one group in Paradise and one group in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شَآءَ اللَّهُ لَجَعَلَهُمْ أُمَّةً وَٰحِدَةً وَلَٰكِن يُدْخِلُ مَن يَشَآءُ فِي رَحْمَتِهِ وَالظَّـٰلِمُونَ مَا لَهُم مِّن وَلِيٍّ وَلَا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had willed, He could have made all people one guided nation, but He admits whom He wills into His mercy, and the wrongdoers will have no protector or helper.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اتَّخَذُواْ مِن دُونِهِ أَوْلِيَآءَ فَاللَّهُ هُوَ الْوَلِيُّ وَهُوَ يُحْيِ الْمَوْتَىٰ وَهُوَ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have the idol-worshippers taken gods besides Allah? Allah alone is the Protector. He gives life to the dead, and He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اخْتَلَفْتُمْ فِيهِ مِن شَيْءٍ فَحُكْمُهُ إِلَى اللَّهِ ذَٰلِكُمُ اللَّهُ رَبِّي عَلَيْهِ تَوَكَّلْتُ وَإِلَيْهِ أُنِيبُ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you differ about in religion, its judgement is with Allah, through His Book and His Messenger's Sunnah. That is Allah, my Lord; in Him I put my trust, and to Him I turn.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فَاطِرُ السَّمَٰوَٰتِ وَالْأَرْضِ جَعَلَ لَكُم مِّنْ أَنفُسِكُمْ أَزْوَٰجًا وَمِنَ الْأَنْعَٰمِ أَزْوَٰجًا يَذْرَؤُكُمْ فِيهِ لَيْسَ كَمِثْلِهِ شَيْءٌ وَهُوَ السَّمِيعُ الْبَصِيرُ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Originator of the heavens and the earth. He made spouses for you from yourselves and pairs of livestock, to multiply you. There is nothing like Him, and He is the All-Hearing, the All-Seeing.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4447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مَقَالِيدُ السَّمَٰوَٰتِ وَالْأَرْضِ يَبْسُطُ الرِّزْقَ لِمَن يَشَآءُ وَيَقْدِرُ إِنَّهُ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 the keys of the treasures of the heavens and the earth. He gives plenty of provision to whom He wills and gives little to whom He wills. He knows everything.</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099816"/>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شَرَعَ لَكُم مِّنَ الدِّينِ مَا وَصَّىٰ بِهِ نُوحًا وَالَّذِي أَوْحَيْنَآ إِلَيْكَ وَمَا وَصَّيْنَا بِهِ إِبْرَٰهِيمَ وَمُوسَىٰ وَعِيسَىٰ أَنْ أَقِيمُواْ الدِّينَ وَلَا تَتَفَرَّقُواْ فِيهِ كَبُرَ عَلَى الْمُشْرِكِينَ مَا تَدْعُوهُمْ إِلَيْهِ اللَّهُ يَجْتَبِي إِلَيْهِ مَن يَشَآءُ وَيَهْدِي إِلَيْهِ مَن يُنِيبُ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laid down for you the religion He commanded Nuh, what We have revealed to you, and what We commanded Ibrahim, Musa and 'Isa: Establish the religion and do not split up in it. What you call the idol-worshippers to, tawhid, is hard for them. Allah chooses whom He wills and guides to Himself whoever turns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تَفَرَّقُواْ إِلَّا مِن بَعْدِ مَا جَآءَهُمُ الْعِلْمُ بَغْيًا بَيْنَهُمْ وَلَوْلَا كَلِمَةٌ سَبَقَتْ مِن رَّبِّكَ إِلَىٰ أَجَلٍ مُّسَمًّى لَّقُضِيَ بَيْنَهُمْ وَإِنَّ الَّذِينَ أُورِثُواْ الْكِتَٰبَ مِن بَعْدِهِمْ لَفِي شَكٍّ مِّنْهُ مُرِيبٍ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followers of the religions only split up after knowledge came to them, out of wrongdoing and envy between them. If not for Allah's decision to delay the punishment until a set time, it would have been settled for them. Those who inherited the Book after them are in doubt about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فَلِذَٰلِكَ فَادْعُ وَاسْتَقِمْ كَمَآ أُمِرْتَ وَلَا تَتَّبِعْ أَهْوَآءَهُمْ وَقُلْ ءَامَنتُ بِمَآ أَنزَلَ اللَّهُ مِن كِتَٰبٍ وَأُمِرْتُ لِأَعْدِلَ بَيْنَكُمُ اللَّهُ رَبُّنَا وَرَبُّكُمْ لَنَآ أَعْمَٰلُنَا وَلَكُمْ أَعْمَٰلُكُمْ لَا حُجَّةَ بَيْنَنَا وَبَيْنَكُمُ اللَّهُ يَجْمَعُ بَيْنَنَا وَإِلَيْهِ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call people to that religion, stay upright as Allah has commanded you, and do not follow their desires. Say: I believe in every Book Allah has sent down, and I have been commanded to be just between you. Allah is our Lord and your Lord. We have our deeds and you have yours. Allah will bring us together, and to Him is the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يُحَآجُّونَ فِي اللَّهِ مِن بَعْدِ مَا اسْتُجِيبَ لَهُ حُجَّتُهُمْ دَاحِضَةٌ عِندَ رَبِّهِمْ وَعَلَيْهِمْ غَضَبٌ وَلَهُمْ عَذَابٌ 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argue about Allah's religion after people have accepted it, their argument is worthless with their Lord. Anger is on them, and they will have a severe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الَّذِي أَنزَلَ الْكِتَٰبَ بِالْحَقِّ وَالْمِيزَانَ وَمَا يُدْرِيكَ لَعَلَّ السَّاعَةَ قَرِيبٌ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sent down the Books with the truth, and sent down justice. How do you know? Perhaps the Hour is near.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يَسْتَعْجِلُ بِهَا الَّذِينَ لَا يُؤْمِنُونَ بِهَا وَالَّذِينَ ءَامَنُواْ مُشْفِقُونَ مِنْهَا وَيَعْلَمُونَ أَنَّهَا الْحَقُّ أَلَآ إِنَّ الَّذِينَ يُمَارُونَ فِي السَّاعَةِ لَفِي ضَلَٰلٍ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believe in it ask for it to come quickly, mockingly, while the believers are afraid of it and know it is true. Surely, those who argue about the Hour are far astray.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لَطِيفٌ بِعِبَادِهِ يَرْزُقُ مَن يَشَآءُ وَهُوَ الْقَوِيُّ الْعَزِيزُ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Kind to His servants. He provides for whom He wills as He wills, and He is the Strong, the Almighty.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يُرِيدُ حَرْثَ الْأخِرَةِ نَزِدْ لَهُ فِي حَرْثِهِ وَمَن كَانَ يُرِيدُ حَرْثَ الدُّنْيَا نُؤْتِهِ مِنْهَا وَمَا لَهُ فِي الْأخِرَةِ مِن نَّصِيبٍ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wants the reward of the Hereafter with his deeds, We will multiply his reward. Whoever wants only this world, We give him from it what We have decreed for him, but he will have no share in the Hereafter.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لَهُمْ شُرَكَـٰؤُاْ شَرَعُواْ لَهُم مِّنَ الدِّينِ مَا لَمْ يَأْذَن بِهِ اللَّهُ وَلَوْلَا كَلِمَةُ الْفَصْلِ لَقُضِيَ بَيْنَهُمْ وَإِنَّ الظَّـٰلِمِينَ 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gods who have made laws of religion for them that Allah has not allowed? If not for Allah's decision to delay judgement until the Day of Resurrection, it would have been settled between them. The wrongdoers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تَرَى الظَّـٰلِمِينَ مُشْفِقِينَ مِمَّا كَسَبُواْ وَهُوَ وَاقِعٌ بِهِمْ وَالَّذِينَ ءَامَنُواْ وَعَمِلُواْ الصَّـٰلِحَٰتِ فِي رَوْضَاتِ الْجَنَّاتِ لَهُم مَّا يَشَآءُونَ عِندَ رَبِّهِمْ ذَٰلِكَ هُوَ الْفَضْلُ الْكَبِيرُ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see the wrongdoers on the Day of Resurrection afraid of the punishment for their deeds, and it will surely fall on them. The righteous believers will be in the meadows of the Gardens, with whatever they wish with their Lord. That is the great favour.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الَّذِي يُبَشِّرُ اللَّهُ عِبَادَهُ الَّذِينَ ءَامَنُواْ وَعَمِلُواْ الصَّـٰلِحَٰتِ قُل لَّآ أَسْـَٔلُكُمْ عَلَيْهِ أَجْرًا إِلَّا الْمَوَدَّةَ فِي الْقُرْبَىٰ وَمَن يَقْتَرِفْ حَسَنَةً نَّزِدْ لَهُ فِيهَا حُسْنًا إِنَّ اللَّهَ غَفُورٌ 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good news Allah gives His believing servants. Say: I do not ask you for any payment for delivering the religion, except that you respect our family ties and do not harm me. Whoever does a good deed, We will multiply it for him. Allah is Forgiving, Most Appreciative.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يَقُولُونَ افْتَرَىٰ عَلَى اللَّهِ كَذِبًا فَإِن يَشَإِ اللَّهُ يَخْتِمْ عَلَىٰ قَلْبِكَ وَيَمْحُ اللَّهُ الْبَٰطِلَ وَيُحِقُّ الْحَقَّ بِكَلِمَٰتِهِ إِنَّهُ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say: Muhammad made up this Qur'an? If you had, Allah would have sealed your heart so you forgot it. Allah wipes out falsehood and establishes the truth with His words. He knows what is in the hearts.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يَقْبَلُ التَّوْبَةَ عَنْ عِبَادِهِ وَيَعْفُواْ عَنِ السَّيِّـَٔاتِ وَيَعْلَمُ مَا تَفْعَلُونَ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accepts repentance from His servants, pardons bad deeds, and knows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وَيَسْتَجِيبُ الَّذِينَ ءَامَنُواْ وَعَمِلُواْ الصَّـٰلِحَٰتِ وَيَزِيدُهُم مِّن فَضْلِهِ وَالْكَٰفِرُونَ لَهُمْ عَذَابٌ 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answers the prayers of the righteous believers and gives them more from His favour, and the disbelievers will have a severe punishment.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بَسَطَ اللَّهُ الرِّزْقَ لِعِبَادِهِ لَبَغَوْاْ فِي الْأَرْضِ وَلَٰكِن يُنَزِّلُ بِقَدَرٍ مَّا يَشَآءُ إِنَّهُ بِعِبَادِهِ خَبِيرٌ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gave plenty of provision to all His servants, they would rebel and do wrong on earth, but He sends it down in the measure He wills. He is All-Aware, All-Seeing of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يُنَزِّلُ الْغَيْثَ مِن بَعْدِ مَا قَنَطُواْ وَيَنشُرُ رَحْمَتَهُ وَهُوَ الْوَلِيُّ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sends down rain after people have lost hope and spreads His mercy. He is the Protector, the Praiseworthy.</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خَلْقُ السَّمَٰوَٰتِ وَالْأَرْضِ وَمَا بَثَّ فِيهِمَا مِن دَآبَّةٍ وَهُوَ عَلَىٰ جَمْعِهِمْ إِذَا يَشَآءُ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is the creation of the heavens and the earth and the creatures He has spread in them, and He is able to gather them on the Day of Resurrection whenever He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أَصَٰبَكُم مِّن مُّصِيبَةٍ فَبِمَا كَسَبَتْ أَيْدِيكُمْ وَيَعْفُواْ عَن كَثِيرٍ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hardship strikes you is because of your sins, and Allah pardons much of it and does not punish you for it.</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أَنتُم بِمُعْجِزِينَ فِي الْأَرْضِ وَمَا لَكُم مِّن دُونِ اللَّهِ مِن وَلِيٍّ وَلَا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cannot escape Allah by running on earth, and you have no protector or helper besides Allah.</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ءَايَٰتِهِ الْجَوَارِ فِي الْبَحْرِ كَالْأَعْلَٰمِ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His signs are the ships sailing in the sea like tall mountains.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يَشَأْ يُسْكِنِ الرِّيحَ فَيَظْلَلْنَ رَوَاكِدَ عَلَىٰ ظَهْرِهِ إِنَّ فِي ذَٰلِكَ لَأيَٰتٍ لِّكُلِّ صَبَّارٍ 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He wills, He stills the wind and they stay still on the surface of the sea. In that are signs for everyone very patient in hardship and thankful for blessings.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يُوبِقْهُنَّ بِمَا كَسَبُواْ وَيَعْفُ عَن كَثِيرٍ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He destroys the ships by drowning because of their people's sins, and He pardons much.</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وَيَعْلَمَ الَّذِينَ يُجَٰدِلُونَ فِي ءَايَٰتِنَا مَا لَهُم مِّن مَّحِيصٍ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 that those who argue about Our verses know that there is no escape for them from Allah's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أُوتِيتُم مِّن شَيْءٍ فَمَتَٰعُ الْحَيَوٰةِ الدُّنْيَا وَمَا عِندَ اللَّهِ خَيْرٌ وَأَبْقَىٰ لِلَّذِينَ ءَامَنُواْ وَعَلَىٰ رَبِّهِمْ يَتَوَكَّلُونَ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you are given is only a small enjoyment in this world, and Allah's reward is better and more lasting for those who believe and put their trust in their Lord,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يَجْتَنِبُونَ كَبَـٰئِرَ الْإِثْمِ وَالْفَوَٰحِشَ وَإِذَا مَا غَضِبُواْ هُمْ يَغْفِرُونَ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keep away from the major sins and shameful deeds, and who forgive when they are angry,</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اسْتَجَابُواْ لِرَبِّهِمْ وَأَقَامُواْ الصَّلَوٰةَ وَأَمْرُهُمْ شُورَىٰ بَيْنَهُمْ وَمِمَّا رَزَقْنَٰهُمْ يُنفِقُونَ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answer their Lord, establish the prayer, consult one another in their affairs, and spend from what We have provided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إِذَآ أَصَابَهُمُ الْبَغْيُ هُمْ يَنتَصِرُونَ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when wronged, defend themselves and do not give in to injustice.</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وَجَزَـٰؤُاْ سَيِّئَةٍ سَيِّئَةٌ مِّثْلُهَا فَمَنْ عَفَا وَأَصْلَحَ فَأَجْرُهُ عَلَى اللَّهِ إِنَّهُ لَا يُحِبُّ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repayment of a bad deed is a punishment equal to it, no more. But whoever pardons and makes peace, his reward is with Allah. He does not love the wrongdoers.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وَلَمَنِ انتَصَرَ بَعْدَ ظُلْمِهِ فَأُوْلَـٰئِكَ مَا عَلَيْهِم مِّن 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takes his right from the one who wronged him, there is no blame or punishment on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السَّبِيلُ عَلَى الَّذِينَ يَظْلِمُونَ النَّاسَ وَيَبْغُونَ فِي الْأَرْضِ بِغَيْرِ الْحَقِّ أُوْلَـٰئِكَ 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blame and punishment are only on those who wrong people and act arrogantly on earth without right. They will have a painful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وَلَمَن صَبَرَ وَغَفَرَ إِنَّ ذَٰلِكَ لَمِنْ عَزْمِ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is patient with harm and forgives, that is one of the great matters that need strong determination.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يُضْلِلِ اللَّهُ فَمَا لَهُ مِن وَلِيٍّ مِّن بَعْدِهِ وَتَرَى الظَّـٰلِمِينَ لَمَّا رَأَوُاْ الْعَذَابَ يَقُولُونَ هَلْ إِلَىٰ مَرَدٍّ مِّن 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Allah lets go astray has no helper to guide him after Him. You will see the wrongdoers, when they see the punishment, saying: Is there any way back to the world?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وَتَرَىٰهُمْ يُعْرَضُونَ عَلَيْهَا خَٰشِعِينَ مِنَ الذُّلِّ يَنظُرُونَ مِن طَرْفٍ خَفِيٍّ وَقَالَ الَّذِينَ ءَامَنُواْ إِنَّ الْخَٰسِرِينَ الَّذِينَ خَسِرُواْ أَنفُسَهُمْ وَأَهْلِيهِمْ يَوْمَ الْقِيَٰمَةِ أَلَآ إِنَّ الظَّـٰلِمِينَ فِي عَذَابٍ مُّقِيمٍ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see them shown to the Fire, humbled by disgrace, looking at it secretly in fear. The believers will say: The real losers are those who lose themselves and their families on the Day of Resurrection. Surely, the wrongdoers will be in a lasting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لَهُم مِّنْ أَوْلِيَآءَ يَنصُرُونَهُم مِّن دُونِ اللَّهِ وَمَن يُضْلِلِ اللَّهُ فَمَا لَهُ مِن 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no protectors to help them besides Allah. Whoever Allah lets go astray has no way to guidance.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اسْتَجِيبُواْ لِرَبِّكُم مِّن قَبْلِ أَن يَأْتِيَ يَوْمٌ لَّا مَرَدَّ لَهُ مِنَ اللَّهِ مَا لَكُم مِّن مَّلْجَإٍ يَوْمَئِذٍ وَمَا لَكُم مِّن نَّكِيرٍ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Answer your Lord with faith and obedience before a Day comes from Allah that cannot be turned back. You will have no refuge that Day, and you will not be able to deny your sins.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أَعْرَضُواْ فَمَآ أَرْسَلْنَٰكَ عَلَيْهِمْ حَفِيظًا إِنْ عَلَيْكَ إِلَّا الْبَلَٰغُ وَإِنَّآ إِذَآ أَذَقْنَا الْإِنسَٰنَ مِنَّا رَحْمَةً فَرِحَ بِهَا وَإِن تُصِبْهُمْ سَيِّئَةٌ بِمَا قَدَّمَتْ أَيْدِيهِمْ فَإِنَّ الْإِنسَٰنَ كَفُورٌ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turn away, We have not sent you as a guard over them; your duty is only to deliver. When We let man taste a blessing, he rejoices in it, but if a hardship strikes him because of his sins, he denies the blessings.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لِّلَّهِ مُلْكُ السَّمَٰوَٰتِ وَالْأَرْضِ يَخْلُقُ مَا يَشَآءُ يَهَبُ لِمَن يَشَآءُ إِنَٰثًا وَيَهَبُ لِمَن يَشَآءُ الذُّكُورَ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kingdom of the heavens and the earth. He creates what He wills. He gives daughters to whom He wills and sons to whom He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يُزَوِّجُهُمْ ذُكْرَانًا وَإِنَٰثًا وَيَجْعَلُ مَن يَشَآءُ عَقِيمًا إِنَّهُ عَلِيمٌ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gives both sons and daughters, and makes whom He wills unable to have children. He is All-Knowing, All-Powerful.</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لِبَشَرٍ أَن يُكَلِّمَهُ اللَّهُ إِلَّا وَحْيًا أَوْ مِن وَرَآيِٕ حِجَابٍ أَوْ يُرْسِلَ رَسُولًا فَيُوحِيَ بِإِذْنِهِ مَا يَشَآءُ إِنَّهُ عَلِيٌّ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for any human that Allah should speak to him except by inspiration or in a dream, or from behind a veil as He spoke to Musa, or by sending an angel like Jibril, who reveals by His permission what He wills. He is Most High,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Ash-Shura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أَوْحَيْنَآ إِلَيْكَ رُوحًا مِّنْ أَمْرِنَا مَا كُنتَ تَدْرِي مَا الْكِتَٰبُ وَلَا الْإِيمَٰنُ وَلَٰكِن جَعَلْنَٰهُ نُورًا نَّهْدِي بِهِ مَن نَّشَآءُ مِنْ عِبَادِنَا وَإِنَّكَ لَتَهْدِي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have revealed this Qur'an to you by Our command. Before it you did not know the Book or the details of faith, but We made it a light by which We guide whom We will of Our servants. You surely call to a straight path,</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صِرَٰطِ اللَّهِ الَّذِي لَهُ مَا فِي السَّمَٰوَٰتِ وَمَا فِي الْأَرْضِ أَلَآ إِلَى اللَّهِ تَصِيرُ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path of Allah, to whom belongs whatever is in the heavens and the earth. Surely, to Allah all matters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Fussilat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47 – 54</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41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starts from verse 47: the knowledge of the Hour is with Allah alone, human nature between blessing and hardship, and Allah's promise to show people His signs in the universe and in themselves.</a:t>
            </a:r>
            <a:endParaRPr lang="en-US" sz="17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إِلَيْهِ يُرَدُّ عِلْمُ السَّاعَةِ وَمَا تَخْرُجُ مِن ثَمَرَٰتٍ مِّنْ أَكْمَامِهَا وَمَا تَحْمِلُ مِنْ أُنثَىٰ وَلَا تَضَعُ إِلَّا بِعِلْمِهِ وَيَوْمَ يُنَادِيهِمْ أَيْنَ شُرَكَآءِي قَالُواْ ءَاذَنَّـٰكَ مَامِنَّا مِن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alone is the knowledge of the time of the Hour. No fruit comes out of its cover, and no female carries or gives birth, except with His knowledge. On the Day He calls the idol-worshippers: Where are My partners? They will say: We tell You that none of us testifies that You have a partner.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وَضَلَّ عَنْهُم مَّا كَانُواْ يَدْعُونَ مِن قَبْلُ وَظَنُّواْ مَا لَهُم مِّن مَّحِيصٍ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they used to worship before will be lost to them, and they will be certain that they have no escape from the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يَسْـَٔمُ الْإِنسَٰنُ مِن دُعَآءِ الْخَيْرِ وَإِن مَّسَّهُ الشَّرُّ فَيَـُٔوسٌ قَنُوطٌ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Man never tires of asking for good for himself, but if evil touches him, he loses hope and despairs of Allah's mercy.</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أَذَقْنَٰهُ رَحْمَةً مِّنَّا مِن بَعْدِ ضَرَّآءَ مَسَّتْهُ لَيَقُولَنَّ هَٰذَا لِي وَمَآ أَظُنُّ السَّاعَةَ قَآئِمَةً وَلَئِن رُّجِعْتُ إِلَىٰ رَبِّي إِنَّ لِي عِندَهُ لَلْحُسْنَىٰ فَلَنُنَبِّئَنَّ الَّذِينَ كَفَرُواْ بِمَا عَمِلُواْ وَلَنُذِيقَنَّهُم مِّنْ عَذَابٍ غَلِيظٍ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let him taste a blessing after a hardship has touched him, he says: This is mine; I deserve it. I do not think the Hour will come, and even if I am returned to my Lord, I will have Paradise with Him! We will surely tell the disbelievers what they did and make them taste a harsh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أَنْعَمْنَا عَلَى الْإِنسَٰنِ أَعْرَضَ وَنَـَٔا بِجَانِبِهِ وَإِذَا مَسَّهُ الشَّرُّ فَذُو دُعَآءٍ عَرِيضٍ</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bless man, he turns away from thankfulness and acts proudly, but when evil touches him, he makes long prayers.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كَانَ مِنْ عِندِ اللَّهِ ثُمَّ كَفَرْتُم بِهِ مَنْ أَضَلُّ مِمَّنْ هُوَ فِي شِقَاقٍ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them: Tell me, if this Qur'an is from Allah and you disbelieve in it, who is more astray than one who is far away from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Fussilat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سَنُرِيهِمْ ءَايَٰتِنَا فِي الْأفَاقِ وَفِي أَنفُسِهِمْ حَتَّىٰ يَتَبَيَّنَ لَهُمْ أَنَّهُ الْحَقُّ أَوَلَمْ يَكْفِ بِرَبِّكَ أَنَّهُ عَلَىٰ كُلِّ شَيْءٍ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show people Our signs in the far corners of the earth and in themselves until it becomes clear to them that the Qur'an is the truth. Is it not enough that Allah is Witness over everything?</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إِنَّهُمْ فِي مِرْيَةٍ مِّن لِّقَآءِ رَبِّهِمْ أَلَآ إِنَّهُ بِكُلِّ شَيْءٍ مُّحِيطٌ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the disbelievers are in doubt about the Resurrection and meeting their Lord. Surely, Allah encompasses everything with His knowledge and power.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pic>
        <p:nvPicPr>
          <p:cNvPr id="2" name="Image 0" descr="assets25/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"Glory be to the One who has made this serve us, for we could never have done it ourselves. And to our Lord we will surely return." (Az-Zukhruf 43:13–14)</a:t>
            </a:r>
            <a:endParaRPr lang="en-US" sz="2100" dirty="0"/>
          </a:p>
        </p:txBody>
      </p:sp>
      <p:pic>
        <p:nvPicPr>
          <p:cNvPr id="5" name="Image 1" descr="assets25/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5 Tafsir EN">
  <a:themeElements>
    <a:clrScheme name="Juz 25 Tafsir EN">
      <a:dk1>
        <a:srgbClr val="222B2B"/>
      </a:dk1>
      <a:lt1>
        <a:srgbClr val="FFFFFF"/>
      </a:lt1>
      <a:dk2>
        <a:srgbClr val="0F5C63"/>
      </a:dk2>
      <a:lt2>
        <a:srgbClr val="F5FAFA"/>
      </a:lt2>
      <a:accent1>
        <a:srgbClr val="0F5C63"/>
      </a:accent1>
      <a:accent2>
        <a:srgbClr val="C9A04A"/>
      </a:accent2>
      <a:accent3>
        <a:srgbClr val="1A7A82"/>
      </a:accent3>
      <a:accent4>
        <a:srgbClr val="5F6B6B"/>
      </a:accent4>
      <a:accent5>
        <a:srgbClr val="E3F0F0"/>
      </a:accent5>
      <a:accent6>
        <a:srgbClr val="7B2D26"/>
      </a:accent6>
      <a:hlink>
        <a:srgbClr val="1A7A82"/>
      </a:hlink>
      <a:folHlink>
        <a:srgbClr val="5F6B6B"/>
      </a:folHlink>
    </a:clrScheme>
    <a:fontScheme name="Juz 25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Ilayhi Yuradd — Simplified Tafsir from Ibn Kathir</dc:title>
  <dc:subject>PptxGenJS Presentation</dc:subject>
  <dc:creator>Qur'an Teacher</dc:creator>
  <cp:lastModifiedBy>Qur'an Teacher</cp:lastModifiedBy>
  <cp:revision>1</cp:revision>
  <dcterms:created xsi:type="dcterms:W3CDTF">2026-10-06T20:59:19Z</dcterms:created>
  <dcterms:modified xsi:type="dcterms:W3CDTF">2026-10-06T20:59:19Z</dcterms:modified>
</cp:coreProperties>
</file>
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Lst>
  <p:notesMasterIdLst>
    <p:notesMasterId r:id="rId1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ba4f40-183f-5723-1ba6-78c420b3e701}">
          <p14:sldIdLst>
            <p14:sldId id="256"/>
            <p14:sldId id="257"/>
            <p14:sldId id="258"/>
          </p14:sldIdLst>
        </p14:section>
        <p14:section name="Surah Az-Zumar" id="{2c17f833-c38e-b92f-52a2-1fad1996f686}">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Surah Sad" id="{2ada0540-a707-7f9e-fe5c-5b5b5f436ddf}">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Lst>
        </p14:section>
        <p14:section name="Surah As-Saffat" id="{60819db0-e638-13ef-1a35-797746897348}">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 name="Surah Ya-Sin" id="{5b67f433-05de-f06e-f06d-9f02f0525ed7}">
          <p14:sldIdLst>
            <p14:sldId id="350"/>
            <p14:sldId id="351"/>
            <p14:sldId id="352"/>
            <p14:sldId id="353"/>
            <p14:sldId id="354"/>
            <p14:sldId id="355"/>
            <p14:sldId id="356"/>
            <p14:sldId id="357"/>
            <p14:sldId id="358"/>
            <p14:sldId id="359"/>
            <p14:sldId id="360"/>
            <p14:sldId id="361"/>
            <p14:sldId id="362"/>
            <p14:sldId id="363"/>
            <p14:sldId id="364"/>
            <p14:sldId id="365"/>
            <p14:sldId id="366"/>
            <p14:sldId id="367"/>
          </p14:sldIdLst>
        </p14:section>
        <p14:section name="Closing" id="{340c8779-c407-743a-2cfe-8f065741bbc8}">
          <p14:sldIdLst>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notesMaster" Target="notesMasters/notesMaster1.xml"/><Relationship Id="rId116" Type="http://schemas.openxmlformats.org/officeDocument/2006/relationships/presProps" Target="presProps.xml"/><Relationship Id="rId117" Type="http://schemas.openxmlformats.org/officeDocument/2006/relationships/viewProps" Target="viewProps.xml"/><Relationship Id="rId118" Type="http://schemas.openxmlformats.org/officeDocument/2006/relationships/theme" Target="theme/theme1.xml"/><Relationship Id="rId1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31 verses of Surah Az-Zumar, then move back through Sad and As-Saffat to the second part of Surah Ya-Sin.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Are those who know equal to those who do not know? Read verse 9 and mention the qualities of the knowledgeable person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stopped Iblis from bowing to Adam? Read verse 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Ibrahim's son answer his father when he told him about the dream? Read verse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Allah answer the one who said: Who will give life to bones when they have rotted? Read verse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3/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3/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3/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slideLayout" Target="../slideLayouts/slideLayout4.xml"/><Relationship Id="rId4" Type="http://schemas.openxmlformats.org/officeDocument/2006/relationships/notesSlide" Target="../notesSlides/notesSlide1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3/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Wa Ma Liya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3/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23 • From Az-Zumar (1–31) back to Ya-Sin (28–83)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green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Az-Zumar and moves back to Surah Ya-Sin</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Az-Zumar</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Sad</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As-Saffat</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Ya-Sin</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Az-Zumar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31</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Ibn 'Abbas (may Allah be pleased with them) and others said: The idol-worshippers' saying “We only worship them so that they bring us closer to Allah” was their excuse for worshipping idols, so Allah sent down the start of the surah commanding sincere worship of Him alone. It is also reported from Sa'd ibn Abi Waqqas that the Companions said: O Messenger of Allah, if only you would tell us something, and then “Allah has sent down the best speech” was revealed (Al-Hakim).</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ends at verse 31: the command to worship Allah alone sincerely, that people of knowledge who act on it are not equal to the ignorant, and the effect of the Qur'an on the hearts of the humble.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38429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from Allah, the Almighty, the All-Wise.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77875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أَنزَلْنَآ إِلَيْكَ الْكِتَٰبَ بِالْحَقِّ فَاعْبُدِ اللَّهَ مُخْلِصًا لَّهُ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the Qur'an to you with the truth, so worship Allah, making your worship sincere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لِلَّهِ الدِّينُ الْخَالِصُ وَالَّذِينَ اتَّخَذُواْ مِن دُونِهِ أَوْلِيَآءَ مَا نَعْبُدُهُمْ إِلَّا لِيُقَرِّبُونَآ إِلَى اللَّهِ زُلْفَىٰ إِنَّ اللَّهَ يَحْكُمُ بَيْنَهُمْ فِي مَا هُمْ فِيهِ يَخْتَلِفُونَ إِنَّ اللَّهَ لَا يَهْدِي مَنْ هُوَ كَٰذِبٌ كَفَّارٌ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sincere worship belongs to Allah alone. Those who worship gods besides Him say: We only worship them so that they bring us closer to Allah. Allah will judge between them in what they differ about. Allah does not guide the lying, ungrateful disbeliever.</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أَرَادَ اللَّهُ أَن يَتَّخِذَ وَلَدًا لَّاصْطَفَىٰ مِمَّا يَخْلُقُ مَا يَشَآءُ سُبْحَٰنَهُ هُوَ اللَّهُ الْوَٰحِدُ الْقَهَّارُ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had wanted to take a child, He could have chosen whatever He wished from His creation. Glory be to Him! He is Allah, the One, the All-Conquering.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السَّمَٰوَٰتِ وَالْأَرْضَ بِالْحَقِّ يُكَوِّرُ الَّيْلَ عَلَى النَّهَارِ وَيُكَوِّرُ النَّهَارَ عَلَى الَّيْلِ وَسَخَّرَ الشَّمْسَ وَالْقَمَرَ كُلٌّ يَجْرِي لِأَجَلٍ مُّسَمًّى أَلَا هُوَ الْعَزِيزُ الْغَفَّـٰرُ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the heavens and the earth with truth. He wraps the night over the day and the day over the night, and has made the sun and the moon serve, each running for a set time. Surely He is the Almighty, the Ever-Forgiving.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خَلَقَكُم مِّن نَّفْسٍ وَٰحِدَةٍ ثُمَّ جَعَلَ مِنْهَا زَوْجَهَا وَأَنزَلَ لَكُم مِّنَ الْأَنْعَٰمِ ثَمَٰنِيَةَ أَزْوَٰجٍ يَخْلُقُكُمْ فِي بُطُونِ أُمَّهَٰتِكُمْ خَلْقًا مِّن بَعْدِ خَلْقٍ فِي ظُلُمَٰتٍ ثَلَٰثٍ ذَٰلِكُمُ اللَّهُ رَبُّكُمْ لَهُ الْمُلْكُ لَآ إِلَٰهَ إِلَّا هُوَ فَأَنَّىٰ تُصْرَفُونَ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you from a single soul, Adam, then made from it its mate, Hawwa', and made for you eight kinds of livestock, male and female. He creates you in your mothers' wombs stage after stage, in three darknesses. That is Allah, your Lord. So how are you turned away from worshipping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تَكْفُرُواْ فَإِنَّ اللَّهَ غَنِيٌّ عَنكُمْ وَلَا يَرْضَىٰ لِعِبَادِهِ الْكُفْرَ وَإِن تَشْكُرُواْ يَرْضَهُ لَكُمْ وَلَا تَزِرُ وَازِرَةٌ وِزْرَ أُخْرَىٰ ثُمَّ إِلَىٰ رَبِّكُم مَّرْجِعُكُمْ فَيُنَبِّئُكُم بِمَا كُنتُمْ تَعْمَلُونَ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disbelieve, Allah is Free of need of you, and He is not pleased with disbelief for His servants. If you are thankful, He is pleased with it for you. No soul will carry another's sins. Then to your Lord is your return, and He will tell you what you did. He knows what is in the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مَسَّ الْإِنسَٰنَ ضُرٌّ دَعَا رَبَّهُ مُنِيبًا إِلَيْهِ ثُمَّ إِذَا خَوَّلَهُ نِعْمَةً مِّنْهُ نَسِيَ مَا كَانَ يَدْعُواْ إِلَيْهِ مِن قَبْلُ وَجَعَلَ لِلَّهِ أَندَادًا لِّيُضِلَّ عَن سَبِيلِهِ قُلْ تَمَتَّعْ بِكُفْرِكَ قَلِيلًا إِنَّكَ مِنْ أَصْحَٰبِ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harm touches a person, he calls on his Lord, turning to Him. Then when He gives him a blessing, he forgets what he was praying for before and sets up partners with Allah to mislead people from His path. Say: Enjoy your disbelief a little; you are one of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هُوَ قَٰنِتٌ ءَانَآءَ الَّيْلِ سَاجِدًا وَقَآئِمًا يَحْذَرُ الْأخِرَةَ وَيَرْجُواْ رَحْمَةَ رَبِّهِ قُلْ هَلْ يَسْتَوِي الَّذِينَ يَعْلَمُونَ وَالَّذِينَ لَا يَعْلَمُونَ إِنَّمَا يَتَذَكَّرُ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this disbeliever better, or the one who obeys Allah in the hours of the night, bowing down and standing, fearing the Hereafter and hoping for his Lord's mercy? Say: Are those who know equal to those who do not know? Only people of understanding take heed.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يَٰعِبَادِ الَّذِينَ ءَامَنُواْ اتَّقُواْ رَبَّكُمْ لِلَّذِينَ أَحْسَنُواْ فِي هَٰذِهِ الدُّنْيَا حَسَنَةٌ وَأَرْضُ اللَّهِ وَٰسِعَةٌ إِنَّمَا يُوَفَّى الصَّـٰبِرُونَ أَجْرَهُم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My believing servants, have taqwa of your Lord. Those who do good in this world will have good. Allah's earth is wide, so emigrate if you are stopped from worship. The patient will be given their reward without limit.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أُمِرْتُ أَنْ أَعْبُدَ اللَّهَ مُخْلِصًا لَّهُ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been commanded to worship Allah, making my worship sincere for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وَأُمِرْتُ لِأَنْ أَكُونَ أَوَّلَ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have been commanded to be the first of the Muslims of this nation.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أَخَافُ إِنْ عَصَيْتُ رَبِّي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fear, if I disobey my Lord, the punishment of a tremendous Day.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 أَعْبُدُ مُخْلِصًا لَّهُ دِينِي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alone I worship, making my religion sincere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فَاعْبُدُواْ مَا شِئْتُم مِّن دُونِهِ قُلْ إِنَّ الْخَٰسِرِينَ الَّذِينَ خَسِرُواْ أَنفُسَهُمْ وَأَهْلِيهِمْ يَوْمَ الْقِيَٰمَةِ أَلَا ذَٰلِكَ هُوَ الْخُسْرَانُ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worship whatever you wish besides Him, as a warning. Say: The real losers are those who lose themselves and their families on the Day of Resurrection. Surely that is the clear loss.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مِّن فَوْقِهِمْ ظُلَلٌ مِّنَ النَّارِ وَمِن تَحْتِهِمْ ظُلَلٌ ذَٰلِكَ يُخَوِّفُ اللَّهُ بِهِ عِبَادَهُ يَٰعِبَادِ فَاتَّقُونِ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layers of fire above them and layers below them. With that Allah warns His servants: O My servants, have taqwa of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اجْتَنَبُواْ الطَّـٰغُوتَ أَن يَعْبُدُوهَا وَأَنَابُواْ إِلَى اللَّهِ لَهُمُ الْبُشْرَىٰ فَبَشِّرْ 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keep away from worshipping false gods and turn back to Allah will have good news of Paradise. So give good news to My servants,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يَسْتَمِعُونَ الْقَوْلَ فَيَتَّبِعُونَ أَحْسَنَهُ أُوْلَـٰئِكَ الَّذِينَ هَدَىٰهُمُ اللَّهُ وَأُوْلَـٰئِكَ هُمْ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listen to what is said and follow the best of it. They are the ones Allah has guided, and they are the people of understanding.</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حَقَّ عَلَيْهِ كَلِمَةُ الْعَذَابِ أَفَأَنتَ تُنقِذُ مَن فِي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Can you save from the Fire the one on whom the punishment has become due because of his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لَٰكِنِ الَّذِينَ اتَّقَوْاْ رَبَّهُمْ لَهُمْ غُرَفٌ مِّن فَوْقِهَا غُرَفٌ مَّبْنِيَّةٌ تَجْرِي مِن تَحْتِهَا الْأَنْهَٰرُ وَعْدَ اللَّهِ لَا يُخْلِفُ اللَّهُ الْمِيعَادَ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with taqwa will have high rooms in Paradise, with more rooms built above them and rivers flowing beneath them. That is Allah's promise; Allah never breaks His promise.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فَسَلَكَهُ يَنَٰبِيعَ فِي الْأَرْضِ ثُمَّ يُخْرِجُ بِهِ زَرْعًا مُّخْتَلِفًا أَلْوَٰنُهُ ثُمَّ يَهِيجُ فَتَرَىٰهُ مُصْفَرًّا ثُمَّ يَجْعَلُهُ حُطَٰمًا إِنَّ فِي ذَٰلِكَ لَذِكْرَىٰ لِأُوْلِي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sends down rain from the sky, lets it flow into springs in the earth, then brings out crops of different colours with it, then they dry up and you see them turn yellow, then He makes them crumble? In that is a reminder for people of understanding that this world will pass.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شَرَحَ اللَّهُ صَدْرَهُ لِلْإِسْلَٰمِ فَهُوَ عَلَىٰ نُورٍ مِّن رَّبِّهِ فَوَيْلٌ لِّلْقَٰسِيَةِ قُلُوبُهُم مِّن ذِكْرِ اللَّهِ أُوْلَـٰئِكَ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whose heart Allah has opened to Islam, so he is on light and insight from his Lord, like one whose heart is hard? Woe to those whose hearts are hardened against the remembrance of Allah; they are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نَزَّلَ أَحْسَنَ الْحَدِيثِ كِتَٰبًا مُّتَشَٰبِهًا مَّثَانِيَ تَقْشَعِرُّ مِنْهُ جُلُودُ الَّذِينَ يَخْشَوْنَ رَبَّهُمْ ثُمَّ تَلِينُ جُلُودُهُمْ وَقُلُوبُهُمْ إِلَىٰ ذِكْرِ اللَّهِ ذَٰلِكَ هُدَى اللَّهِ يَهْدِي بِهِ مَن يَشَآءُ وَمَن يُضْلِلِ اللَّهُ فَمَا لَهُ مِنْ 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sent down the best speech, the Qur'an, its parts alike in beauty, with its lessons repeated. The skin of those who fear their Lord shivers from it, then their skin and hearts soften to the remembrance of Allah. That is Allah's guidance; He guides with it whom He wills.</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يَتَّقِي بِوَجْهِهِ سُوءَ الْعَذَابِ يَوْمَ الْقِيَٰمَةِ وَقِيلَ لِلظَّـٰلِمِينَ ذُوقُواْ مَا كُنتُمْ تَكْسِبُونَ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has only his face to shield him from the harsh punishment on the Day of Resurrection like one who is safe? The wrongdoers will be told: Taste the result of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 الَّذِينَ مِن قَبْلِهِمْ فَأَتَىٰهُمُ الْعَذَابُ مِنْ حَيْثُ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denied, so the punishment came to them from where they did not expect.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فَأَذَاقَهُمُ اللَّهُ الْخِزْيَ فِي الْحَيَوٰةِ الدُّنْيَا وَلَعَذَابُ الْأخِرَةِ أَكْبَرُ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made them taste disgrace in the life of this world, and the punishment of the Hereafter is greater, if only they knew.</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ضَرَبْنَا لِلنَّاسِ فِي هَٰذَا الْقُرْءَانِ مِن كُلِّ مَثَلٍ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given people every kind of example in this Qur'an so that they may take heed,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قُرْءَانًا عَرَبِيًّا غَيْرَ ذِي عِوَجٍ لَّعَلَّهُمْ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 Arabic Qur'an with no crookedness or flaw in it, so that they may have taqwa of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ضَرَبَ اللَّهُ مَثَلًا رَّجُلًا فِيهِ شُرَكَآءُ مُتَشَٰكِسُونَ وَرَجُلًا سَلَمًا لِّرَجُلٍ هَلْ يَسْتَوِيَانِ مَثَلًا الْحَمْدُ لِلَّهِ بَلْ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an example of the idol-worshipper and the one who believes in tawhid: a servant owned by several quarrelling partners, and a servant belonging to one master only. Are they equal? All praise is for Allah, but most of them do not know.</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مَيِّتٌ وَإِنَّهُم مَّيِّتُونَ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Muhammad, will die, and they will die.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إِنَّكُمْ يَوْمَ الْقِيَٰمَةِ عِندَ رَبِّكُمْ تَخْتَصِمُونَ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on the Day of Resurrection you will argue before your Lord, and He will judge between you with justice.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Sad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88 verses • The Letter Sad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Ibn 'Abbas (may Allah be pleased with them) said: Abu Talib fell ill, and Quraysh came to him, and the Prophet (peace be upon him) came too. They complained about him to Abu Talib. The Prophet (peace be upon him) said: "I want one word from them by which the Arabs will follow them." They said: What is it? He said: "La ilaha illa Allah." They stood up and said: Has he made all the gods into one God? So the beginning of Surah Sad was revealed (Tirmidhi and Ahmad).</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Answering the idol-worshippers' surprise at tawhid, the stories of Dawud, Sulayman and Ayyub (peace be upon them) in patience and turning to Allah, and the story of Iblis and his arrogance in refusing to bow to Adam.</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 وَالْقُرْءَانِ ذِي الذِّكْرِ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Sad: a separate letter. Allah swears by the Qur'an, full of reminder and honour.</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الَّذِينَ كَفَرُواْ فِي عِزَّةٍ وَشِقَاقٍ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 disbelievers are in arrogance against the truth, opposition and stubbornness.</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 أَهْلَكْنَا مِن قَبْلِهِم مِّن قَرْنٍ فَنَادَواْ وَّلَاتَ حِينَ مَنَاصٍ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nations We destroyed before them! They cried out for help when the punishment came, but it was no longer a time to escape or be saved.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وَعَجِبُواْ أَن جَآءَهُم مُّنذِرٌ مِّنْهُمْ وَقَالَ الْكَٰفِرُونَ هَٰذَا سَٰحِرٌ كَذَّابٌ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amazed that a messenger from among themselves came to them, and the disbelievers said: This is a lying magician.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أَجَعَلَ الْألِهَةَ إِلَٰهًا وَٰحِدًا إِنَّ هَٰذَا لَشَيْءٌ عُجَابٌ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he made all the many gods into one God? This is truly an amazing thing!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وَانطَلَقَ الْمَلَأُ مِنْهُمْ أَنِ امْشُواْ وَاصْبِرُواْ عَلَىٰ ءَالِهَتِكُمْ إِنَّ هَٰذَا لَشَيْءٌ يُرَادُ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chiefs of Quraysh went off saying: Carry on with your religion and stay patient in worshipping your gods; this is something planned against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سَمِعْنَا بِهَٰذَا فِي الْمِلَّةِ الْأخِرَةِ إِنْ هَٰذَآ إِلَّا اخْتِلَٰقٌ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heard of this tawhid in the latest religion of our fathers. This is only a made-up lie.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أَءُنزِلَ عَلَيْهِ الذِّكْرُ مِن بَيْنِنَا بَلْ هُمْ فِي شَكٍّ مِّن ذِكْرِي بَل لَّمَّا يَذُوقُواْ 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Qur'an been sent down to Muhammad alone out of all of us? Rather, they are in doubt about the Qur'an; rather, they have not yet tasted My punishment.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عِندَهُمْ خَزَآئِنُ رَحْمَةِ رَبِّكَ الْعَزِيزِ الْوَهَّابِ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own the treasures of the mercy of your Lord, the Almighty, the Giver, so they can give prophethood to whom they wish?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مُّلْكُ السَّمَٰوَٰتِ وَالْأَرْضِ وَمَا بَيْنَهُمَا فَلْيَرْتَقُواْ فِي الْأَسْبَٰبِ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own the kingdom of the heavens and the earth and what is between them? Then let them climb the ways up to the sky, if they can.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جُندٌ مَّا هُنَالِكَ مَهْزُومٌ مِّنَ الْأَحْزَابِ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just an army of the denying allies who will be defeated, as those before them were defeated.</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قَبْلَهُمْ قَوْمُ نُوحٍ وَعَادٌ وَفِرْعَوْنُ ذُو الْأَوْتَادِ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them the people of Nuh denied, and 'Ad, and Pharaoh, the owner of armies and power,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وَثَمُودُ وَقَوْمُ لُوطٍ وَأَصْحَٰبُ لْـَٔيْكَةِ أُوْلَـٰئِكَ الْأَحْزَابُ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Thamud, the people of Lut, and the people of the thick forest, Shu'ayb's people. Those were the allies.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كُلٌّ إِلَّا كَذَّبَ الرُّسُلَ فَحَقَّ 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Each of them denied the messengers, so My punishment became due on them.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يَنظُرُ هَـٰؤُلَآءِ إِلَّا صَيْحَةً وَٰحِدَةً مَّا لَهَا مِن فَوَاقٍ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only waiting for a single Blast that will not stop or be turned back.</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رَبَّنَا عَجِّل لَّنَا قِطَّنَا قَبْلَ يَوْمِ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mockingly: Our Lord, hurry our share of punishment to us before the Day of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اصْبِرْ عَلَىٰ مَا يَقُولُونَ وَاذْكُرْ عَبْدَنَا دَاوُدَ ذَا الْأَيْدِ إِنَّهُ أَوَّابٌ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 patient with what they say, and remember Our servant Dawud, strong in worship. He always turned back to Allah.</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سَخَّرْنَا الْجِبَالَ مَعَهُ يُسَبِّحْنَ بِالْعَشِيِّ وَالْإِشْرَاقِ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 mountains glorify Allah with him in the evening and the morning,</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وَالطَّيْرَ مَحْشُورَةً كُلٌّ لَّهُ أَوَّابٌ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birds gathered together, each turning back to him in glorification.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وَشَدَدْنَا مُلْكَهُ وَءَاتَيْنَٰهُ الْحِكْمَةَ وَفَصْلَ الْخِطَابِ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strengthened his kingdom and gave him prophethood, understanding and the skill to judge disputes.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وَهَلْ أَتَىٰكَ نَبَؤُاْ الْخَصْمِ إِذْ تَسَوَّرُواْ الْمِحْرَابَ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story of the two disputing men reached you, when they climbed over the wall of his place of worship?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دَخَلُواْ عَلَىٰ دَاوُدَ فَفَزِعَ مِنْهُمْ قَالُواْ لَا تَخَفْ خَصْمَانِ بَغَىٰ بَعْضُنَا عَلَىٰ بَعْضٍ فَاحْكُم بَيْنَنَا بِالْحَقِّ وَلَا تُشْطِطْ وَاهْدِنَآ إِلَىٰ سَوَآءِ الصِّرَٰطِ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in on Dawud, he was startled by them. They said: Do not be afraid. We are two in a dispute; one of us has wronged the other. So judge between us with justice, do not be unfair, and guide us to the right way.</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أَخِي لَهُ تِسْعٌ وَتِسْعُونَ نَعْجَةً وَلِيَ نَعْجَةٌ وَٰحِدَةٌ فَقَالَ أَكْفِلْنِيهَا وَعَزَّنِي فِي الْخِطَابِ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One of them said: This brother of mine has ninety-nine sheep and I have one sheep. He said: Give it to me, and he beat me in argument.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لَقَدْ ظَلَمَكَ بِسُؤَالِ نَعْجَتِكَ إِلَىٰ نِعَاجِهِ وَإِنَّ كَثِيرًا مِّنَ الْخُلَطَآءِ لَيَبْغِي بَعْضُهُمْ عَلَىٰ بَعْضٍ إِلَّا الَّذِينَ ءَامَنُواْ وَعَمِلُواْ الصَّـٰلِحَٰتِ وَقَلِيلٌ مَّا هُمْ وَظَنَّ دَاوُدُ أَنَّمَا فَتَنَّـٰهُ فَاسْتَغْفَرَ رَبَّهُ وَخَرَّ رَاكِعًا وَأَنَابَ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Dawud said: He has wronged you by asking for your sheep to add to his sheep. Many partners wrong one another, except the righteous believers, and how few they are. Dawud realised that We had tested him, so he asked his Lord's forgiveness, fell down in prostration and turned to Him. This is a place of prostration in recitation.</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فَغَفَرْنَا لَهُ ذَٰلِكَ وَإِنَّ لَهُ عِندَنَا لَزُلْفَىٰ وَحُسْنَ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forgave him that, and he has nearness and a high place with Us, and a good return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يَٰدَاوُدُ إِنَّا جَعَلْنَٰكَ خَلِيفَةً فِي الْأَرْضِ فَاحْكُم بَيْنَ النَّاسِ بِالْحَقِّ وَلَا تَتَّبِعِ الْهَوَىٰ فَيُضِلَّكَ عَن سَبِيلِ اللَّهِ إِنَّ الَّذِينَ يَضِلُّونَ عَن سَبِيلِ اللَّهِ لَهُمْ عَذَابٌ شَدِيدٌ بِمَا نَسُواْ يَوْمَ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Dawud, We have made you a ruler on earth, so judge between people with justice and do not follow desire, or it will lead you away from Allah's path. Those who stray from Allah's path will have a severe punishment for forgetting the Day of Reckoning.</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خَلَقْنَا السَّمَآءَ وَالْأَرْضَ وَمَا بَيْنَهُمَا بَٰطِلًا ذَٰلِكَ ظَنُّ الَّذِينَ كَفَرُواْ فَوَيْلٌ لِّلَّذِينَ كَفَرُواْ مِنَ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create the sky and the earth and what is between them without purpose. That is what the disbelievers think. So woe to the disbelievers from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نَجْعَلُ الَّذِينَ ءَامَنُواْ وَعَمِلُواْ الصَّـٰلِحَٰتِ كَالْمُفْسِدِينَ فِي الْأَرْضِ أَمْ نَجْعَلُ الْمُتَّقِينَ كَالْفُجَّارِ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Shall We treat the righteous believers like those who spread corruption on earth? Or shall We treat those with taqwa like the wicked? They will never be equal.</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أَنزَلْنَٰهُ إِلَيْكَ مُبَٰرَكٌ لِّيَدَّبَّرُواْ ءَايَٰتِهِ وَلِيَتَذَكَّرَ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blessed Book We have sent down to you, so that they reflect on its verses and so that people of understanding take heed.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لِدَاوُدَ سُلَيْمَٰنَ نِعْمَ الْعَبْدُ إِنَّهُ أَوَّابٌ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Dawud his son Sulayman. What an excellent servant! He always turned back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عُرِضَ عَلَيْهِ بِالْعَشِيِّ الصَّـٰفِنَٰتُ الْجِيَادُ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fine, swift horses, standing on three legs, were shown to him in the evening,</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إِنِّي أَحْبَبْتُ حُبَّ الْخَيْرِ عَن ذِكْرِ رَبِّي حَتَّىٰ تَوَارَتْ بِالْحِجَابِ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have put my love of the horses before the remembrance of my Lord until the sun set.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رُدُّوهَا عَلَيَّ فَطَفِقَ مَسْحًا بِالسُّوقِ وَالْأَعْنَاقِ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Bring them back to me. Then he began stroking their legs and necks.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فَتَنَّا سُلَيْمَٰنَ وَأَلْقَيْنَا عَلَىٰ كُرْسِيِّهِ جَسَدًا ثُمَّ أَنَابَ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tested Sulayman and placed a body on his throne, then he turned back to his Lord in repentance.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اغْفِرْ لِي وَهَبْ لِي مُلْكًا لَّا يَنبَغِي لِأَحَدٍ مِّن بَعْدِي إِنَّكَ أَنتَ الْوَهَّابُ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forgive me and give me a kingdom that no one after me will have. You are the Giver.</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فَسَخَّرْنَا لَهُ الرِّيحَ تَجْرِي بِأَمْرِهِ رُخَآءً حَيْثُ أَصَابَ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made the wind serve him, blowing gently by his command wherever he wanted,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وَالشَّيَٰطِينَ كُلَّ بَنَّآءٍ وَغَوَّاصٍ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devils, some builders and some divers in the sea,</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وَءَاخَرِينَ مُقَرَّنِينَ فِي الْأَصْفَادِ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others, the rebellious ones, bound in chains.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عَطَآؤُنَا فَامْنُنْ أَوْ أَمْسِكْ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Our gift to you, so give from it or hold back as you wish, without account.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لَهُ عِندَنَا لَزُلْفَىٰ وَحُسْنَ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nearness and a high place with Us, and a good return.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عَبْدَنَآ أَيُّوبَ إِذْ نَادَىٰ رَبَّهُ أَنِّي مَسَّنِيَ الشَّيْطَٰنُ بِنُصْبٍ وَعَذَابٍ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Our servant Ayyub when he called on his Lord: Satan has touched me with tiredness and pain.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921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ارْكُضْ بِرِجْلِكَ هَٰذَا مُغْتَسَلٌ بَارِدٌ وَشَرَابٌ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told: Strike the ground with your foot. A spring gushed out: This is cool water to wash in and drink, and it will heal you.</a:t>
            </a:r>
            <a:endParaRPr lang="en-US" sz="3000" dirty="0"/>
          </a:p>
        </p:txBody>
      </p:sp>
      <p:sp>
        <p:nvSpPr>
          <p:cNvPr id="9" name="Shape 7"/>
          <p:cNvSpPr/>
          <p:nvPr/>
        </p:nvSpPr>
        <p:spPr>
          <a:xfrm>
            <a:off x="1444752" y="2784348"/>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 أَهْلَهُ وَمِثْلَهُم مَّعَهُمْ رَحْمَةً مِّنَّا وَذِكْرَىٰ لِأُوْلِي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back his family and as many more with them, as mercy from Us and a reminder for people of understanding.</a:t>
            </a:r>
            <a:endParaRPr lang="en-US" sz="3000" dirty="0"/>
          </a:p>
        </p:txBody>
      </p:sp>
      <p:sp>
        <p:nvSpPr>
          <p:cNvPr id="14" name="Shape 12"/>
          <p:cNvSpPr/>
          <p:nvPr/>
        </p:nvSpPr>
        <p:spPr>
          <a:xfrm>
            <a:off x="1444752" y="4343400"/>
            <a:ext cx="8641080" cy="0"/>
          </a:xfrm>
          <a:prstGeom prst="line">
            <a:avLst/>
          </a:prstGeom>
          <a:noFill/>
          <a:ln w="9525">
            <a:solidFill>
              <a:schemeClr val="accent2"/>
            </a:solidFill>
            <a:prstDash val="dash"/>
          </a:ln>
        </p:spPr>
      </p:sp>
      <p:sp>
        <p:nvSpPr>
          <p:cNvPr id="15" name="Shape 13"/>
          <p:cNvSpPr/>
          <p:nvPr/>
        </p:nvSpPr>
        <p:spPr>
          <a:xfrm>
            <a:off x="713232" y="4528566"/>
            <a:ext cx="548640" cy="548640"/>
          </a:xfrm>
          <a:prstGeom prst="star8">
            <a:avLst/>
          </a:prstGeom>
          <a:solidFill>
            <a:schemeClr val="accent2"/>
          </a:solidFill>
          <a:ln/>
        </p:spPr>
      </p:sp>
      <p:sp>
        <p:nvSpPr>
          <p:cNvPr id="16" name="Shape 14"/>
          <p:cNvSpPr/>
          <p:nvPr/>
        </p:nvSpPr>
        <p:spPr>
          <a:xfrm>
            <a:off x="822960" y="463829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5285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5102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وَخُذْ بِيَدِكَ ضِغْثًا فَاضْرِب بِّهِ وَلَا تَحْنَثْ إِنَّا وَجَدْنَٰهُ صَابِرًا نِّعْمَ الْعَبْدُ إِنَّهُ أَوَّابٌ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had sworn to strike his wife a hundred times, so he was told: Take in your hand a bundle of a hundred thin stems and strike her once with it, and do not break your oath. We found him patient. What an excellent servant! He always turned back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عِبَٰدَنَآ إِبْرَٰهِيمَ وَإِسْحَٰقَ وَيَعْقُوبَ أُوْلِي الْأَيْدِي وَالْأَبْصَٰرِ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Our servants Ibrahim, Ishaq and Ya'qub, people of strength in worship and insight in religion.</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أَخْلَصْنَٰهُم بِخَالِصَةٍ ذِكْرَى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chose them for a special quality: remembering the home of the Hereafter and working for it.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وَإِنَّهُمْ عِندَنَا لَمِنَ الْمُصْطَفَيْنَ الْأَخْيَارِ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Us they are among the chosen and the best.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إِسْمَٰعِيلَ وَالْيَسَعَ وَذَا الْكِفْلِ وَكُلٌّ مِّنَ الْأَخْيَارِ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Isma'il, Al-Yasa' and Dhul-Kifl; all are among the best.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ذِكْرٌ وَإِنَّ لِلْمُتَّقِينَ لَحُسْنَ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good mention of them in this world, and those with taqwa will have a good return in the Hereafter:</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مُّفَتَّحَةً لَّهُمُ الْأَبْوَٰبُ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Eternity, with their gates opened for them.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فِيهَا يَدْعُونَ فِيهَا بِفَٰكِهَةٍ كَثِيرَةٍ وَشَرَابٍ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there, they will ask for plenty of fruit and drink.</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وَعِندَهُمْ قَٰصِرَٰتُ الطَّرْفِ أَتْرَابٌ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them will be spouses who look only at their husbands, of equal age.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مَا تُوعَدُونَ لِيَوْمِ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what you are promised for the Day of Reckoning.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لَرِزْقُنَا مَا لَهُ مِن نَّفَادٍ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Our provision, which will never run out.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وَإِنَّ لِلطَّـٰغِينَ لَشَرَّ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for those with taqwa. But the transgressors will have the worst return: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جَهَنَّمَ يَصْلَوْنَهَا فَبِئْسَ الْمِهَادُ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Hell, which they will enter. What an evil resting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فَلْيَذُوقُوهُ حَمِيمٌ وَغَسَّاقٌ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their punishment, so let them taste it: boiling water and foul pus,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وَءَاخَرُ مِن شَكْلِهِ أَزْوَٰجٌ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other kinds of punishment of the same sort.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فَوْجٌ مُّقْتَحِمٌ مَّعَكُمْ لَا مَرْحَبًا بِهِمْ إِنَّهُمْ صَالُواْ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leaders of disbelief will say when they see their followers: Here is a crowd rushing in with you. No welcome for them! They are entering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بَلْ أَنتُمْ لَا مَرْحَبًا بِكُمْ أَنتُمْ قَدَّمْتُمُوهُ لَنَا فَبِئْسَ الْقَرَارُ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followers will say: No, it is you who have no welcome! You brought this on us by misleading us. What an evil place to stay!</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رَبَّنَا مَن قَدَّمَ لَنَا هَٰذَا فَزِدْهُ عَذَابًا ضِعْفًا فِي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Our Lord, whoever caused this for us, double his punishment in the Fire.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مَا لَنَا لَا نَرَىٰ رِجَالًا كُنَّا نَعُدُّهُم مِّنَ الْأَشْرَارِ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say: Why do we not see men we used to count among the bad ones? They mean the poor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أَتَّخَذْنَٰهُمْ سِخْرِيًّا أَمْ زَاغَتْ عَنْهُمُ 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mock them wrongly in the world, or are they with us in the Fire but our eyes cannot see them?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ذَٰلِكَ لَحَقٌّ تَخَاصُمُ أَهْلِ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arguing between the people of the Fire is surely true.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أَنَا مُنذِرٌ وَمَا مِنْ إِلَٰهٍ إِلَّا اللَّهُ الْوَٰحِدُ الْقَهَّارُ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am only a warner, and there is no god worthy of worship except Allah, the One, the All-Conquering,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الْعَزِيزُ الْغَفَّـٰرُ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Lord of the heavens and the earth and what is between them, the Almighty, the Ever-Forgiving.</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نَبَؤٌاْ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This Qur'an is tremendous news,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أَنتُمْ عَنْهُ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which you turn away.</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لِيَ مِنْ عِلْمٍ بِالْمَلَإِ الْأَعْلَىٰ إِذْ يَخْتَصِمُونَ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would have had no knowledge of the angels when they discussed the matter of Adam, if not for revelation.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يُوحَىٰ إِلَيَّ إِلَّآ أَنَّمَآ أَنَا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only revealed to me that I am a clear warner.</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رَبُّكَ لِلْمَلَـٰئِكَةِ إِنِّي خَٰلِقٌ بَشَرًا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your Lord said to the angels: I am creating a human from clay.</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سَوَّيْتُهُ وَنَفَخْتُ فِيهِ مِن رُّوحِي فَقَعُواْ لَهُ سَٰجِدِينَ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 have completed him and breathed the soul into him, bow down to him in greeting and honour.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فَسَجَدَ الْمَلَـٰئِكَةُ كُلُّهُمْ أَجْمَعُونَ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angels all bowed down together,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إِبْلِيسَ اسْتَكْبَرَ وَكَانَ مِنَ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Iblis. He was arrogant and was one of the disbelievers.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يَـٰإِبْلِيسُ مَا مَنَعَكَ أَن تَسْجُدَ لِمَا خَلَقْتُ بِيَدَيَّ أَسْتَكْبَرْتَ أَمْ كُنتَ مِنَ الْعَالِينَ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O Iblis, what stopped you from bowing to the one I created with My hands? Were you arrogant, or were you one of the high and mighty?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أَنَا خَيْرٌ مِّنْهُ خَلَقْتَنِي مِن نَّارٍ وَخَلَقْتَهُ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Iblis said: I am better than him. You created me from fire and created him from clay.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فَاخْرُجْ مِنْهَا فَإِنَّكَ 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Then get out of Paradise; you are cast out of My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عَلَيْكَ لَعْنَتِي إِلَىٰ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My curse is on you until the Day of Judgement.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فَأَنظِرْنِي إِلَىٰ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give me time until the Day they are raised.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فَإِنَّكَ مِنَ الْمُنظَرِينَ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You are among those given time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يَوْمِ الْوَقْتِ الْمَعْلُومِ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the Day of the time known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فَبِعِزَّتِكَ لَأُغْوِيَنَّهُمْ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By Your might, I will mislead all the children of Adam,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عِبَادَكَ مِنْهُمُ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Your servants among them whom You have made sincere in worshipping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فَالْحَقُّ وَالْحَقَّ أَقُولُ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This is the truth, and the truth I say: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لَأَمْلَأَنَّ جَهَنَّمَ مِنكَ وَمِمَّن تَبِعَكَ مِنْهُمْ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fill Hell with you and with all those of mankind who follow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مَآ أَسْـَٔلُكُمْ عَلَيْهِ مِنْ أَجْرٍ وَمَآ أَنَا مِنَ الْمُتَكَلِّفِينَ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do not ask you for any payment for delivering the Qur'an, and I am not one who pretends.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ذِكْرٌ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only a reminder for the worlds of humans and jinn,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وَلَتَعْلَمُنَّ نَبَأَهُ بَعْدَ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will surely know the truth of its news after a while, at death or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As-Saffat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182 verses • Those in Rows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from Mujahid: The idol-worshippers said: The angels are Allah's daughters. Abu Bakr (may Allah be pleased with him) asked: Then who are their mothers? They said: The daughters of the chiefs of the jinn. So Allah sent down: “They have made a family tie between Him and the jinn, but the jinn know that they will be brought for punishment”.</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Proving the Oneness of Allah and the Resurrection, scenes of conversation among the people of Paradise and the people of the Fire, and the stories of the prophets: Nuh, Ibrahim and the ransom of his son, Musa and Harun, Ilyas, Lut and Yunus, and that the good end belongs to the messengers.</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وَالصَّـٰفَّـٰتِ صَفًّا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angels lined up in rows in their worship,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فَالزَّـٰجِرَٰتِ زَجْرًا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angels who drive the clouds along,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فَالتَّـٰلِيَٰتِ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angels who recite the remembrance and words of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إِلَٰهَكُمْ لَوَٰحِدٌ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your God, O people, is One, with no partner,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وَرَبُّ الْمَشَٰرِقِ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Lord of the heavens and the earth and what is between them, and Lord of the points of sunrise.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زَيَّنَّا السَّمَآءَ الدُّنْيَا بِزِينَةٍ الْكَوَاكِبِ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decorated the nearest sky with the beauty of the stars,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وَحِفْظًا مِّن كُلِّ شَيْطَٰنٍ مَّارِدٍ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guarded it from every rebellious devil.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يَسَّمَّعُونَ إِلَى الْمَلَإِ الْأَعْلَىٰ وَيُقْذَفُونَ مِن كُلِّ جَانِبٍ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cannot listen to the angels in the sky, and they are pelted with shooting stars from every side,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دُحُورًا وَلَهُمْ عَذَابٌ وَاصِبٌ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driven away, and they will have a lasting punishment,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خَطِفَ الْخَطْفَةَ فَأَتْبَعَهُ شِهَابٌ ثَاقِبٌ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one who snatches a word quickly; then a bright flame chases and burns him.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فَاسْتَفْتِهِمْ أَهُمْ أَشَدُّ خَلْقًا أَم مَّنْ خَلَقْنَآ إِنَّا خَلَقْنَٰهُم مِّن طِينٍ لَّازِبٍ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ask the idol-worshippers: Are they harder to create, or what We have created of the heavens and the angels? We created them from sticky clay.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عَجِبْتَ وَيَسْخَرُونَ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you, O Muhammad, are amazed at their denial, while they mock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ذُكِّرُواْ لَا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reminded with the Qur'an, they do not take heed.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رَأَوْاْ ءَايَةً يَسْتَسْخِرُونَ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see a miracle, they make fun of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إِنْ هَٰذَآ إِلَّا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This is only obvious magic.</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أَءِذَا مِتْنَا وَكُنَّا تُرَابًا وَعِظَٰمًا أَءِنَّا لَمَبْعُوثُونَ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have died and become dust and bones, will we really be raised?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أَوَءَابَآؤُنَا الْأَوَّلُونَ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our forefathers too?</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نَعَمْ وَأَنتُمْ دَٰخِرُونَ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Yes, you will be raised, humbled and disgraced.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فَإِنَّمَا هِيَ زَجْرَةٌ وَٰحِدَةٌ فَإِذَا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only be a single Blast, and they will stand up looking.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يَٰوَيْلَنَا هَٰذَا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Woe to us! This is the Day of Repayment.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يَوْمُ الْفَصْلِ الَّذِي كُنتُم بِهِ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Day of Judgement between people that you used to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احْشُرُواْ الَّذِينَ ظَلَمُواْ وَأَزْوَٰجَهُمْ وَمَا كَانُواْ يَعْبُدُونَ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will be told: Gather the wrongdoers, others like them, and what they used to worship</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دُونِ اللَّهِ فَاهْدُوهُمْ إِلَىٰ صِرَٰطِ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besides Allah, and lead them to the path of Hellfire.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وَقِفُوهُمْ إِنَّهُم مَّسْـُٔولُونَ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Stop them for questioning; they will be asked about their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لَكُمْ لَا تَنَاصَرُونَ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wrong with you that you do not help one another, as you did in the world?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هُمُ الْيَوْمَ مُسْتَسْلِمُونَ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today they are surrendering and humbled.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وَأَقْبَلَ بَعْضُهُمْ عَلَىٰ بَعْضٍ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turn to one another, blaming each other.</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إِنَّكُمْ كُنتُمْ تَأْتُونَنَا عَنِ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followers will say to the leaders: You used to come to us claiming religion and truth, making falsehood look good to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بَل لَّمْ تَكُونُواْ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leaders will say: No, you were never believers at all.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لَنَا عَلَيْكُم مِّن سُلْطَٰنٍ بَلْ كُنتُمْ قَوْمًا طَٰغِينَ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had no power to force you; rather, you were a people who went too far.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فَحَقَّ عَلَيْنَا قَوْلُ رَبِّنَآ إِنَّا لَذَآئِقُونَ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our Lord's warning has come true against us; we will all taste the punishment.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فَأَغْوَيْنَٰكُمْ إِنَّا كُنَّا غَٰوِينَ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misled you because we ourselves were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فَإِنَّهُمْ يَوْمَئِذٍ فِي الْعَذَابِ مُشْتَرِكُونَ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on that Day they will all share in the punishment.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كَذَٰلِكَ نَفْعَلُ بِالْمُجْرِمِينَ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deal with the criminals.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كَانُواْ إِذَا قِيلَ لَهُمْ لَآ إِلَٰهَ إِلَّا اللَّهُ يَسْتَكْبِرُونَ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were told: There is no god but Allah, they were too arrogant to accept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أَئِنَّا لَتَارِكُواْ ءَالِهَتِنَا لِشَاعِرٍ 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said: Should we leave our gods for a mad poet?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جَآءَ بِالْحَقِّ وَصَدَّقَ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Muhammad brought the truth and confirmed the messengers before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إِنَّكُمْ لَذَآئِقُواْ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surely taste the painful punishment,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تُجْزَوْنَ إِلَّا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will only be repaid for what you used to do,</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Allah's sincere servants whom He chose for His obedience; they will be saved.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لَهُمْ رِزْقٌ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a known, lasting provision in Paradise: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فَوَٰكِهُ وَهُم مُّكْرَمُونَ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fruits, and they will be honoured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Gardens of Bliss,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سُرُرٍ مُّتَقَٰبِلِينَ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couches facing one another.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يُطَافُ عَلَيْهِم بِكَأْسٍ مِّن 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cup from a flowing spring will be passed around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بَيْضَآءَ لَذَّةٍ لِّلشَّـٰرِبِينَ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white and delicious for those who drink,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فِيهَا غَوْلٌ وَلَا هُمْ عَنْهَا يُنزَفُونَ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does not take away the mind or cause any harm, and does not make them drunk.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وَعِندَهُمْ قَٰصِرَٰتُ الطَّرْفِ 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them will be spouses who look only at their husbands, with beautiful wide eyes,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كَأَنَّهُنَّ بَيْضٌ مَّكْنُونٌ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pure as well-protected eggs.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فَأَقْبَلَ بَعْضُهُمْ عَلَىٰ بَعْضٍ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 people of Paradise will turn to one another, talking.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قَآئِلٌ مِّنْهُمْ إِنِّي كَانَ لِي قَرِينٌ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One of them will say: I had a companion in the world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 أَءِنَّكَ لَمِنَ الْمُصَدِّقِينَ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used to say to me: Are you really one of those who believe in the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أَءِذَا مِتْنَا وَكُنَّا تُرَابًا وَعِظَٰمًا أَءِنَّا لَمَدِينُونَ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have died and become dust and bones, will we really be brought to account?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هَلْ أَنتُم مُّطَّلِعُونَ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to his companions: Will you look down so we can see how he is?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فَاطَّلَعَ فَرَءَاهُ فِي سَوَآءِ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will look down and see him in the middle of Hellfire.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تَاللَّهِ إِن كِدتَّ لَتُرْدِينِ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to him: By Allah, you nearly ruined me by misleading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نِعْمَةُ رَبِّي لَكُنتُ مِنَ الْمُحْضَرِينَ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my Lord's blessing of guidance, I would have been among those brought for punishment.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أَفَمَا نَحْنُ بِمَيِّتِينَ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we then not going to die again,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مَوْتَتَنَا الْأُولَىٰ وَمَا نَحْنُ بِمُعَذَّبِينَ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our first death in the world, and we will not be punished?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truly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لِمِثْلِ هَٰذَا فَلْيَعْمَلِ الْعَٰمِلُونَ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bliss like this, let the workers work.</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أَذَٰلِكَ خَيْرٌ نُّزُلًا أَمْ شَجَرَةُ الزَّقُّومِ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that bliss a better welcome, or the tree of Zaqqum?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جَعَلْنَٰهَا فِتْنَةً لِّلظَّـٰلِمِينَ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it a test for the wrongdoers, who said: How can a tree grow in the 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إِنَّهَا شَجَرَةٌ تَخْرُجُ فِي أَصْلِ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tree that grows from the bottom of Hellfire.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طَلْعُهَا كَأَنَّهُ رُءُوسُ الشَّيَٰطِينِ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Its fruit is ugly, like the heads of devils.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فَإِنَّهُمْ لَأكِلُونَ مِنْهَا فَمَالِـُٔونَ مِنْهَا الْبُطُونَ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eat from it and fill their bellies with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لَهُمْ عَلَيْهَا لَشَوْبًا مِّنْ 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eating it they will have a mixture of boiling water.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مَرْجِعَهُمْ لَإِلَى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their return after that will be to Hellfire.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أَلْفَوْاْ ءَابَآءَهُمْ 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found their fathers astray,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فَهُمْ عَلَىٰ ءَاثَٰرِهِمْ يُهْرَعُونَ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hurried to follow in their footsteps.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ضَلَّ قَبْلَهُمْ أَكْثَرُ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Most of the earlier nations went astray before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فِيهِم 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sent warning messengers among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فَانظُرْ كَيْفَ كَانَ عَٰقِبَةُ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see what the end was of those who were warned and did not believe,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Allah's sincere servants, who were saved.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نَادَىٰنَا نُوحٌ فَلَنِعْمَ الْمُجِيبُونَ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called on Us against his people, and how excellent We are in answering!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وَنَجَّيْنَٰهُ وَأَهْلَهُ مِنَ الْكَرْبِ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saved him and his believing family from the great flood,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ذُرِّيَّتَهُ هُمُ الْبَاقِينَ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his descendants the ones who remained on earth,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left for him a good name among the later nations: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عَلَىٰ نُوحٍ فِي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on Nuh among all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reward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one of Our believing servants.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أَغْرَقْنَا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drowned the others who denied.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 شِيعَتِهِ لَإِبْرَٰهِيمَ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those who followed his religion was Ibrahim,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جَآءَ رَبَّهُ بِقَلْبٍ سَلِيمٍ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came to his Lord with a heart free of shirk,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لِأَبِيهِ وَقَوْمِهِ مَاذَا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said to his father and his people: What are you worshipping?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أَئِفْكًا ءَالِهَةً دُونَ اللَّهِ تُرِيدُونَ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want false gods instead of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ظَنُّكُم بِرَبِّ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do you think of the Lord of the worlds when you meet Him having worshipped others?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فَنَظَرَ نَظْرَةً فِي النُّجُومِ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took a look at the stars,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إِنِّي سَقِيمٌ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said to his people when they wanted to go out to their festival: I am ill, so he could stay behind.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فَتَوَلَّوْاْ عَنْهُ مُدْبِرِينَ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turned away from him and left.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فَرَاغَ إِلَىٰ ءَالِهَتِهِمْ فَقَالَ أَلَا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went secretly to their idols and said mockingly: Will you not eat the food in front of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لَكُمْ لَا تَنطِقُونَ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wrong with you that you do not speak?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93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فَرَاغَ عَلَيْهِمْ ضَرْبًا بِالْيَمِينِ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turned on them, striking them with his right hand and breaking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فَأَقْبَلُواْ إِلَيْهِ يَزِفُّونَ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people came rushing towards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أَتَعْبُدُونَ مَا تَنْحِتُونَ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Do you worship idols that you carve with your own hands,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خَلَقَكُمْ وَمَا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Allah created you and what you make?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ابْنُواْ لَهُ بُنْيَٰنًا فَأَلْقُوهُ فِي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Build him a structure, fill it with fire, and throw him into the blazing fire.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فَأَرَادُواْ بِهِ كَيْدًا فَجَعَلْنَٰهُمُ الْأَسْفَلِينَ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wanted to harm him, but We made them the losers and saved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إِنِّي ذَاهِبٌ إِلَىٰ رَبِّي سَيَهْدِينِ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said: I am going to my Lord, where I can worship Him; He will guide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هَبْ لِي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give me a righteous child.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فَبَشَّرْنَٰهُ بِغُلَٰمٍ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gave him good news of a gentle boy, Isma'il (peace be upon him).</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بَلَغَ مَعَهُ السَّعْيَ قَالَ يَٰبُنَيَّ إِنِّي أَرَىٰ فِي الْمَنَامِ أَنِّي أَذْبَحُكَ فَانظُرْ مَاذَا تَرَىٰ قَالَ يَـٰأَبَتِ افْعَلْ مَا تُؤْمَرُ سَتَجِدُنِي إِن شَآءَ اللَّهُ مِنَ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boy grew old enough to walk and work with him, he said: O my son, I see in a dream that I am sacrificing you, so what do you think? He said: O my father, do what you are commanded. You will find me, if Allah wills, one of the patient.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أَسْلَمَا وَتَلَّهُ لِلْجَبِينِ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both submitted to Allah's command and he laid him on his forehead to sacrifice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وَنَٰدَيْنَٰهُ أَن يَـٰإِبْرَٰهِيمُ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called to him: O Ibrahim,</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صَدَّقْتَ الرُّءْيَآ إِنَّا 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fulfilled the dream and carried out the command. That is how We reward those who do good.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لَهُوَ الْبَلَـٰؤُاْ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was truly a clear test.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وَفَدَيْنَٰهُ بِذِبْحٍ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ransomed him with a great ram to sacrifice in his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left for him a good name among the later nations: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عَلَىٰ 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on Ibrahim.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reward those who do good.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one of Our believing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وَبَشَّرْنَٰهُ بِإِسْحَٰقَ نَبِيًّا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good news of Ishaq, a prophet among the righteous.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وَبَٰرَكْنَا عَلَيْهِ وَعَلَىٰ إِسْحَٰقَ وَمِن ذُرِّيَّتِهِمَا مُحْسِنٌ وَظَالِمٌ لِّنَفْسِهِ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blessed him and Ishaq. Among their descendants are those who do good and those who clearly wrong themselves.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مَنَنَّا عَلَىٰ مُوسَىٰ وَهَٰرُونَ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blessed Musa and Harun with prophethood,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وَنَجَّيْنَٰهُمَا وَقَوْمَهُمَا مِنَ الْكَرْبِ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saved them and their people from the great distress of Pharaoh's oppression and the drowning.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وَنَصَرْنَٰهُمْ فَكَانُواْ هُمُ الْغَٰلِبِينَ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helped them, so they were the winners.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وَءَاتَيْنَٰهُمَا الْكِتَٰبَ الْمُسْتَبِينَ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them the clear Torah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وَهَدَيْنَٰهُمَا الصِّرَٰطَ الْمُسْتَقِيمَ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guided them to the straight path,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عَلَيْهِمَا فِي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left for them a good name among later generations: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120 – 123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عَلَىٰ مُوسَىٰ وَهَٰرُونَ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on Musa and Harun.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reward those who do good.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إِنَّهُمَا مِنْ عِبَادِنَا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both among Our believing servants.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إِلْيَاسَ لَمِنَ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Ilyas was one of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124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لِقَوْمِهِ أَلَا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said to his people: Will you not have taqwa of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أَتَدْعُونَ بَعْلًا وَتَذَرُونَ أَحْسَنَ الْخَٰلِقِينَ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worship an idol called Ba'l and leave the worship of Allah, the best of creators,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رَبَّكُمْ وَرَبَّ ءَابَآئِكُمُ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your Lord and the Lord of your forefathers?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فَإِنَّهُمْ لَمُحْضَرُونَ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denied him, so they will be brought for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Allah's sincere servants among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left for him a good name among later generations: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عَلَىٰ إِلْ يَاسِينَ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on Ilyas.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reward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132 – 135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one of Our believing servants.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لُوطًا لَّمِنَ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Lut was one of the messengers,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نَجَّيْنَٰهُ وَأَهْلَهُ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saved him and all his family,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عَجُوزًا فِي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an old woman, his wife, who was among those destroyed.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136 – 139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دَمَّرْنَا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destroyed the others.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وَإِنَّكُمْ لَتَمُرُّونَ عَلَيْهِم مُّصْبِحِينَ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people of Makkah, pass by their ruins on your journeys in the morning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وَبِالَّيْلِ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at night. Will you not use your minds and learn the lesson?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يُونُسَ لَمِنَ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Yunus was one of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140 – 143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أَبَقَ إِلَى الْفُلْكِ الْمَشْحُونِ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ran away from his people in anger to the loaded ship.</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فَسَاهَمَ فَكَانَ مِنَ الْمُدْحَضِينَ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drew lots with the passengers when it became too heavy, and he lost, so he was thrown into the sea.</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فَالْتَقَمَهُ الْحُوتُ وَهُوَ مُلِيمٌ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whale swallowed him while he was to blame.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أَنَّهُ كَانَ مِنَ الْمُسَبِّحِينَ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had not been one of those who glorify and remember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144 – 147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لَلَبِثَ فِي بَطْنِهِ إِلَىٰ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would have stayed in the whale's belly until the Day of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فَنَبَذْنَٰهُ بِالْعَرَآءِ وَهُوَ سَقِيمٌ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threw him onto a bare land with no trees while he was ill,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وَأَنبَتْنَا عَلَيْهِ شَجَرَةً مِّن يَقْطِينٍ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a gourd plant grow over him to shade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وَأَرْسَلْنَٰهُ إِلَىٰ مِاْئَةِ أَلْفٍ أَوْ يَزِيدُونَ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him to a hundred thousand people or more.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148 – 151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فَـَٔامَنُواْ فَمَتَّعْنَٰهُمْ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believed, so We let them enjoy life until their appointed time.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فَاسْتَفْتِهِمْ أَلِرَبِّكَ الْبَنَاتُ وَلَهُمُ الْبَنُونَ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ask the idol-worshippers: Does your Lord have daughters while they have sons?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خَلَقْنَا الْمَلَـٰئِكَةَ إِنَٰثًا وَهُمْ شَٰهِدُونَ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did We create the angels female while they were there to witness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إِنَّهُم مِّنْ إِفْكِهِمْ لَيَقُولُونَ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it is out of their lies that they say: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152 – 155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وَلَدَ اللَّهُ وَإِنَّهُمْ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had children! They are surely liars.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أَصْطَفَى الْبَنَاتِ عَلَى الْبَنِينَ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Allah chosen daughters over sons?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لَكُمْ كَيْفَ تَحْكُمُونَ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wrong with you? How can you make such an unfair judgement?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you not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156 – 159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لَكُمْ 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have a clear proof?</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فَأْتُواْ بِكِتَٰبِكُمْ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bring your Book, if you are truthful.</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بَيْنَهُ وَبَيْنَ الْجِنَّةِ نَسَبًا وَلَقَدْ عَلِمَتِ الْجِنَّةُ إِنَّهُمْ لَمُحْضَرُونَ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made a family tie between Allah and the jinn, but the jinn know that those who say this will be brought for punishment.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 اللَّهِ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Allah above what they describe Him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160 – 163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Allah's sincere servants, who describe Him as He deserves.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فَإِنَّكُمْ وَمَا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you idol-worshippers and what you worship</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أَنتُمْ عَلَيْهِ بِفَٰتِنِينَ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cannot mislead anyone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هُوَ صَالِ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whom Allah has decreed to be among the people of Hellfire.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164 – 167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وَمَامِنَّآ إِلَّا لَهُ مَقَامٌ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said: There is not one of us without a known place in worship.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لَنَحْنُ الصَّآفُّونَ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the ones lined up in rows in obedience,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لَنَحْنُ الْمُسَبِّحُونَ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are the ones who glorify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كَانُواْ لَيَقُولُونَ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 Prophet came, the disbelievers of Quraysh used to say: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168 – 171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أَنَّ عِندَنَا ذِكْرًا مِّنَ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we had a Book like the Books of the earlier people,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لَكُنَّا عِبَادَ اللَّهِ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would have been Allah's sincere servants.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فَكَفَرُواْ بِهِ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the Qur'an came to them, they disbelieved in it, so they will soon know the result of their disbelief.</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سَبَقَتْ كَلِمَتُنَا لِعِبَادِنَا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word has already gone out to Our servants,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172 – 175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لَهُمُ الْمَنصُورُونَ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they will surely be helped,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جُندَنَا لَهُمُ الْغَٰلِبُونَ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Our believing army will surely be the winners.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 عَنْهُمْ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for a while,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وَأَبْصِرْهُمْ فَسَوْفَ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watch them when the punishment comes down on them; they will soon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176 – 179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أَفَبِعَذَابِنَا يَسْتَعْجِلُونَ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want Our punishment to come sooner?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177</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نَزَلَ بِسَاحَتِهِمْ فَسَآءَ صَبَاحُ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it comes down into their courtyard, how evil will be the morning of those who were warned!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178</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وَتَوَلَّ عَنْهُمْ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for a while,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179</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وَأَبْصِرْ فَسَوْفَ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watch; they will soon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180 – 182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180</a:t>
            </a:r>
            <a:endParaRPr lang="en-US" sz="13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 رَبِّكَ رَبِّ الْعِزَّةِ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your Lord, the Lord of might, above what they describe Him with.</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181</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وَسَلَٰمٌ عَلَى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peace be on the messengers.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182</a:t>
            </a:r>
            <a:endParaRPr lang="en-US" sz="13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 praise is for Allah,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Ya-Sin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28 – 83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Ibn 'Abbas (may Allah be pleased with them) said: Al-'As ibn Wa'il came to the Prophet (peace be upon him) with a decayed bone, crumbled it in his hand and said: O Muhammad, will Allah bring this back to life after it has rotted? He said: "Yes. Allah will raise this, then cause you to die, then bring you to life, then put you into the fire of Hell." Then “Does man not see that We created him from a drop of fluid...” to the end of the surah was revealed (Al-Hakim, authentic).</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starts from verse 28: the destruction of the townspeople who denied, Allah's signs in the earth, the night, the sun, the moon and ships, scenes of the Resurrection and repayment, and the answer to those who deny the Resurrection.</a:t>
            </a:r>
            <a:endParaRPr lang="en-US" sz="17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أَنزَلْنَا عَلَىٰ قَوْمِهِ مِن بَعْدِهِ مِن جُندٍ مِّنَ السَّمَآءِ وَمَا كُنَّا مُنزِلِينَ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After they killed him, We did not send down an army from the sky against his people to destroy them, nor did We need to.</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كَانَتْ إِلَّا صَيْحَةً وَٰحِدَةً فَإِذَا هُمْ خَٰمِدُونَ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destruction was only a single Blast, and they were dead and still.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يَٰحَسْرَةً عَلَى الْعِبَادِ مَا يَأْتِيهِم مِّن رَّسُولٍ إِلَّا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sad for the servants! No messenger comes to them without them mocking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يَرَوْاْ كَمْ أَهْلَكْنَا قَبْلَهُم مِّنَ الْقُرُونِ أَنَّهُمْ إِلَيْهِمْ لَا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how many nations We destroyed before them, and that they do not return to this world?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كُلٌّ لَّمَّا جَمِيعٌ لَّدَيْنَا 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creation will be gathered before Us on the Day of Resurrection for the reckoning.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وَءَايَةٌ لَّهُمُ الْأَرْضُ الْمَيْتَةُ أَحْيَيْنَٰهَا وَأَخْرَجْنَا مِنْهَا حَبًّا فَمِنْهُ يَأْكُلُونَ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sign of the Resurrection for them is the dead land that We bring to life with rain and bring out grain from it, which they 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فِيهَا جَنَّـٰتٍ مِّن نَّخِيلٍ وَأَعْنَٰبٍ وَفَجَّرْنَا فِيهَا مِنَ الْعُيُونِ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placed in it gardens of palm trees and grapevines, and made springs gush out in it,</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لِيَأْكُلُواْ مِن ثَمَرِهِ وَمَا عَمِلَتْهُ أَيْدِيهِمْ أَفَلَا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they may eat its fruit, which their hands did not make; it is from Allah's mercy. Will they not be thankful?</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 الَّذِي خَلَقَ الْأَزْوَٰجَ كُلَّهَا مِمَّا تُنبِتُ الْأَرْضُ وَمِنْ أَنفُسِهِمْ وَمِمَّا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Allah, who created all things in pairs: plants, people themselves, and creatures they do not know about.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وَءَايَةٌ لَّهُمُ الَّيْلُ نَسْلَخُ مِنْهُ النَّهَارَ فَإِذَا هُم مُّظْلِمُونَ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sign for them is the night: We strip the day from it, and they are in darkness.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وَالشَّمْسُ تَجْرِي لِمُسْتَقَرٍّ لَّهَا ذَٰلِكَ تَقْدِيرُ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sun runs to its resting place set by Allah. That is the decree of the Almighty, the All-Knowing.</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وَالْقَمَرَ قَدَّرْنَٰهُ مَنَازِلَ حَتَّىٰ عَادَ كَالْعُرْجُونِ الْقَدِيمِ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moon, We have set phases for it each night, until it returns thin and curved like an old, dry palm stalk.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الشَّمْسُ يَنبَغِي لَهَآ أَن تُدْرِكَ الْقَمَرَ وَلَا الَّيْلُ سَابِقُ النَّهَارِ وَكُلٌّ فِي فَلَكٍ يَسْبَحُونَ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sun cannot catch up with the moon, nor can the night outrun the day; each swims in its own orbit.</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وَءَايَةٌ لَّهُمْ أَنَّا حَمَلْنَا ذُرِّيَّتَهُمْ فِي الْفُلْكِ الْمَشْحُونِ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sign for them is that We carried the descendants of Adam in Nuh's loaded ark,</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وَخَلَقْنَا لَهُم مِّن مِّثْلِهِ مَا يَرْكَبُونَ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created for them other ships and things like it to ride.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نَّشَأْ نُغْرِقْهُمْ فَلَا صَرِيخَ لَهُمْ وَلَا هُمْ يُنقَذُونَ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drown them, and there would be no one to help them, nor would they be saved,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رَحْمَةً مِّنَّا وَمَتَٰعًا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by mercy from Us and enjoyment until their appointed time.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اتَّقُواْ مَا بَيْنَ أَيْدِيكُمْ وَمَا خَلْفَكُمْ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Beware of the punishment of the Hereafter and the hardships of this world, so that you may receive mercy, they turn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تَأْتِيهِم مِّنْ ءَايَةٍ مِّنْ ءَايَٰتِ رَبِّهِمْ إِلَّا كَانُواْ عَنْهَا مُعْرِضِينَ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sign comes to them from their Lord's signs without them turning away from it.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أَنفِقُواْ مِمَّا رَزَقَكُمُ اللَّهُ قَالَ الَّذِينَ كَفَرُواْ لِلَّذِينَ ءَامَنُواْ أَنُطْعِمُ مَن لَّوْ يَشَآءُ اللَّهُ أَطْعَمَهُ إِنْ أَنتُمْ إِلَّا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Spend on the poor from what Allah has provided you, the disbelievers say to the believers: Should we feed someone Allah would have fed if He wished? You are only clearly astray.</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mockingly: When will the Day of Resurrection be,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يَنظُرُونَ إِلَّا صَيْحَةً وَٰحِدَةً تَأْخُذُهُمْ وَهُمْ يَخِصِّمُونَ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only waiting for a single Blast that will seize them while they are arguing in their markets.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يَسْتَطِيعُونَ تَوْصِيَةً وَلَآ إِلَىٰ أَهْلِهِمْ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will not be able to make a will, nor return to their families.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وَنُفِخَ فِي الصُّورِ فَإِذَا هُم مِّنَ الْأَجْدَاثِ إِلَىٰ رَبِّهِمْ يَنسِلُونَ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Horn will be blown the second time, and they will rush out of their graves to their Lord.</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يَٰوَيْلَنَا مَن بَعَثَنَا مِن مَّرْقَدِنَا هَٰذَا مَا وَعَدَ الرَّحْمَٰنُ وَصَدَقَ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Woe to us! Who has raised us from our graves? They will be told: This is what the Most Merciful promised, and the messengers told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كَانَتْ إِلَّا صَيْحَةً وَٰحِدَةً فَإِذَا هُمْ جَمِيعٌ لَّدَيْنَا 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only be a single Blast, and they will all be brought before Us.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فَالْيَوْمَ لَا تُظْلَمُ نَفْسٌ شَيْـًٔا وَلَا تُجْزَوْنَ إِلَّا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no soul will be wronged at all, and you will only be repaid for what you used to do.</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أَصْحَٰبَ الْجَنَّةِ الْيَوْمَ فِي شُغُلٍ فَٰكِهُونَ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Paradise today are busy enjoying blessings and delight.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هُمْ وَأَزْوَٰجُهُمْ فِي ظِلَٰلٍ عَلَى الْأَرَآئِكِ مُتَّكِـُٔونَ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and their spouses will be in shade, reclining on decorated couches.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فِيهَا فَٰكِهَةٌ وَلَهُم مَّا يَدَّعُونَ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fruit there, and whatever they ask for.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قَوْلًا مِّن رَّبٍّ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Peace, a word from a Most Merciful Lord.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وَامْتَٰزُواْ الْيَوْمَ أَيُّهَا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Separate yourselves today from the believers, O criminals!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أَعْهَدْ إِلَيْكُمْ يَٰبَنِي ءَادَمَ أَن لَّا تَعْبُدُواْ الشَّيْطَٰنَ إِنَّهُ لَكُمْ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I not command you, O children of Adam, not to obey Satan, for he is your clear enemy,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اعْبُدُونِي هَٰذَا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worship Me alone? This is a straight path.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أَضَلَّ مِنكُمْ جِبِلًّا كَثِيرًا أَفَلَمْ تَكُونُواْ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misled a great many of you. Did you not use your minds?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هَٰذِهِ جَهَنَّمُ الَّتِي كُنتُمْ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Hell you were promised.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اصْلَوْهَا الْيَوْمَ بِمَا كُنتُمْ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 it today and suffer its heat because of your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الْيَوْمَ نَخْتِمُ عَلَىٰ أَفْوَٰهِهِمْ وَتُكَلِّمُنَآ أَيْدِيهِمْ وَتَشْهَدُ أَرْجُلُهُم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We will seal their mouths, their hands will speak to Us, and their feet will testify about what they used to do.</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نَشَآءُ لَطَمَسْنَا عَلَىٰ أَعْيُنِهِمْ فَاسْتَبَقُواْ الصِّرَٰطَ فَأَنَّىٰ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blind their eyes, and they would try to pass along the path, but how could they see?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نَشَآءُ لَمَسَخْنَٰهُمْ عَلَىٰ مَكَانَتِهِمْ فَمَا اسْتَطَٰعُواْ مُضِيًّا وَلَا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change their form where they stand, so they could neither go forward nor go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نُّعَمِّرْهُ نُنَكِّسْهُ فِي الْخَلْقِ أَفَلَا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We give a long life, We return him to weakness after strength. Will they not use their minds?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عَلَّمْنَٰهُ الشِّعْرَ وَمَا يَنبَغِي لَهُ إِنْ هُوَ إِلَّا ذِكْرٌ وَقُرْءَانٌ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teach Muhammad poetry, and it does not suit him. This is only a reminder and a clear Qur'an,</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لِّيُنذِرَ مَن كَانَ حَيًّا وَيَحِقَّ الْقَوْلُ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warn whoever has a living heart, and so that the punishment becomes due on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أَنَّا خَلَقْنَا لَهُم مِّمَّا عَمِلَتْ أَيْدِينَآ أَنْعَٰمًا فَهُمْ لَهَا مَٰلِكُونَ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We created for them livestock, among what We made by Our power, and they own them?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وَذَلَّلْنَٰهَا لَهُمْ فَمِنْهَا رَكُوبُهُمْ وَمِنْهَا يَأْكُلُونَ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them obey them, so some they ride and some they eat.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وَلَهُمْ فِيهَا مَنَٰفِعُ وَمَشَارِبُ أَفَلَا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other benefits from them, like wool and leather, and drinks, like milk. Will they not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وَاتَّخَذُواْ مِن دُونِ اللَّهِ ءَالِهَةً لَّعَلَّهُمْ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taken gods besides Allah, hoping they will help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يَسْتَطِيعُونَ نَصْرَهُمْ وَهُمْ لَهُمْ جُندٌ 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cannot help them, yet they act as soldiers guarding and serving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يَحْزُنكَ قَوْلُهُمْ إِنَّا نَعْلَمُ مَا يُسِرُّونَ وَمَا يُعْلِنُونَ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let their words sadden you. We know what they hide and what they show.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 الْإِنسَٰنُ أَنَّا خَلَقْنَٰهُ مِن نُّطْفَةٍ فَإِذَا هُوَ خَصِيمٌ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man not see that We created him from a drop of fluid, and then he became a clear arguer?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وَضَرَبَ لَنَا مَثَلًا وَنَسِيَ خَلْقَهُ قَالَ مَن يُحْيِ الْعِظَٰمَ وَهِيَ رَمِيمٌ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gives an example for Us and forgets how he was created. He says: Who will give life to bones when they have rotted?</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يُحْيِيهَا الَّذِي أَنشَأَهَآ أَوَّلَ مَرَّةٍ وَهُوَ بِكُلِّ خَلْقٍ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One who made them the first time will give them life, and He knows every kind of creation,</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جَعَلَ لَكُم مِّنَ الشَّجَرِ الْأَخْضَرِ نَارًا فَإِذَآ أَنتُم مِّنْهُ تُوقِدُونَ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made fire for you from the green tree, and you light your fires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أَوَلَيْسَ الَّذِي خَلَقَ السَّمَٰوَٰتِ وَالْأَرْضَ بِقَٰدِرٍ عَلَىٰ أَن يَخْلُقَ مِثْلَهُم بَلَىٰ وَهُوَ الْخَلَّـٰقُ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not the One who created the heavens and the earth able to create the like of them? Yes, He is the Creator, the All-Knowing.</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أَمْرُهُ إِذَآ أَرَادَ شَيْـًٔا أَن يَقُولَ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command, when He wants something, is only to say to it: Be, and it is.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فَسُبْحَٰنَ الَّذِي بِيَدِهِ مَلَكُوتُ كُلِّ شَيْءٍ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glory be to Allah, in whose hand is the kingdom of everything, and to Him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assets23/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"My Lord, give me a righteous child." (As-Saffat 37:100)</a:t>
            </a:r>
            <a:endParaRPr lang="en-US" sz="2100" dirty="0"/>
          </a:p>
        </p:txBody>
      </p:sp>
      <p:pic>
        <p:nvPicPr>
          <p:cNvPr id="5" name="Image 1" descr="assets23/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3 Tafsir EN">
  <a:themeElements>
    <a:clrScheme name="Juz 23 Tafsir EN">
      <a:dk1>
        <a:srgbClr val="222B25"/>
      </a:dk1>
      <a:lt1>
        <a:srgbClr val="FFFFFF"/>
      </a:lt1>
      <a:dk2>
        <a:srgbClr val="1F5E3B"/>
      </a:dk2>
      <a:lt2>
        <a:srgbClr val="F5FAF6"/>
      </a:lt2>
      <a:accent1>
        <a:srgbClr val="1F5E3B"/>
      </a:accent1>
      <a:accent2>
        <a:srgbClr val="C9A04A"/>
      </a:accent2>
      <a:accent3>
        <a:srgbClr val="2D7A4E"/>
      </a:accent3>
      <a:accent4>
        <a:srgbClr val="5F6B63"/>
      </a:accent4>
      <a:accent5>
        <a:srgbClr val="E4F0E8"/>
      </a:accent5>
      <a:accent6>
        <a:srgbClr val="8A2F2A"/>
      </a:accent6>
      <a:hlink>
        <a:srgbClr val="2D7A4E"/>
      </a:hlink>
      <a:folHlink>
        <a:srgbClr val="5F6B63"/>
      </a:folHlink>
    </a:clrScheme>
    <a:fontScheme name="Juz 23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113</Slides>
  <Notes>113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113</vt:i4>
      </vt:variant>
    </vt:vector>
  </HeadingPairs>
  <TitlesOfParts>
    <vt:vector size="1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Wa Ma Liya — Simplified Tafsir from Ibn Kathir</dc:title>
  <dc:subject>PptxGenJS Presentation</dc:subject>
  <dc:creator>Qur'an Teacher</dc:creator>
  <cp:lastModifiedBy>Qur'an Teacher</cp:lastModifiedBy>
  <cp:revision>1</cp:revision>
  <dcterms:created xsi:type="dcterms:W3CDTF">2026-10-06T20:55:07Z</dcterms:created>
  <dcterms:modified xsi:type="dcterms:W3CDTF">2026-10-06T20:55:07Z</dcterms:modified>
</cp:coreProperties>
</file>
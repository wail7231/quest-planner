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notesMasterIdLst>
    <p:notesMasterId r:id="rId8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9c9d5d-2982-6a37-b8c3-4b83da934073}">
          <p14:sldIdLst>
            <p14:sldId id="256"/>
            <p14:sldId id="257"/>
            <p14:sldId id="258"/>
          </p14:sldIdLst>
        </p14:section>
        <p14:section name="Surah An-Nahl" id="{0e97f587-d5f1-f960-f994-002278f76539}">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Surah Al-Hijr" id="{29a26d67-e54a-8c56-505a-59e3be0d95a8}">
          <p14:sldIdLst>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Lst>
        </p14:section>
        <p14:section name="Closing" id="{f1417717-7d1b-009c-40ac-0e0543a5ec2d}">
          <p14:sldIdLst>
            <p14:sldId id="34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notesMaster" Target="notesMasters/notesMaster1.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An-Nahl and then move back to Surah Al-Hijr.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List five blessings mentioned in the surah. What does verse 90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Who has taken it upon Himself to protect the Qur'an, according to verse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4/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4/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4/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4.xml"/><Relationship Id="rId4"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4/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Rubama</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14/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14 • Surah An-Nahl, then Surah Al-Hijr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deep rose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An-Nahl and moves back to Surah Al-Hijr</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An-Nahl</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Al-Hijr</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An-Nahl</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128 verses • The Bee</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300" dirty="0">
                <a:solidFill>
                  <a:schemeClr val="tx1"/>
                </a:solidFill>
                <a:latin typeface="Arial" pitchFamily="34" charset="0"/>
                <a:ea typeface="Arial" pitchFamily="34" charset="-122"/>
                <a:cs typeface="Arial" pitchFamily="34" charset="-120"/>
              </a:rPr>
              <a:t>Ibn Kathir mentions that the idol-worshippers seized 'Ammar ibn Yasir (may Allah be pleased with him) and tortured him until he said words of disbelief under force. He came to the Prophet (peace be upon him) weeping. He asked: "How do you find your heart?" He said: At peace with faith. He said: "If they do it again, then do the same." And this was revealed: “except one who is forced while his heart is at peace with faith” (Al-Hakim and Al-Bayhaqi).</a:t>
            </a:r>
            <a:endParaRPr lang="en-US" sz="13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Listing Allah's many blessings on His servants in livestock, rain, the sea, the bee and honey, so that they thank Him and worship Him alone, and comprehensive commands of justice, doing good and keeping promises, and calling to Allah with wisdom.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أَتَىٰ أَمْرُ اللَّهِ فَلَا تَسْتَعْجِلُوهُ سُبْحَٰنَهُ وَتَعَٰلَىٰ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Allah's command, the Hour, has come near, so do not hurry it. Glory be to Him, far above what they associate with Him.</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يُنَزِّلُ الْمَلَـٰئِكَةَ بِالرُّوحِ مِنْ أَمْرِهِ عَلَىٰ مَن يَشَآءُ مِنْ عِبَادِهِ أَنْ أَنذِرُواْ أَنَّهُ لَآ إِلَٰهَ إِلَّآ أَنَا فَاتَّقُونِ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sends down the angels with revelation by His command to whom He wills of His servants: Warn people that there is no god but Me, so have taqwa of Me.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السَّمَٰوَٰتِ وَالْأَرْضَ بِالْحَقِّ تَعَٰلَىٰ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the heavens and the earth with truth. He is far above what they associate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الْإِنسَٰنَ مِن نُّطْفَةٍ فَإِذَا هُوَ خَصِيمٌ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man from a weak drop of fluid, and then he becomes an open, constant arguer.</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وَالْأَنْعَٰمَ خَلَقَهَا لَكُمْ فِيهَا دِفْءٌ وَمَنَٰفِعُ وَمِنْهَا تَأْكُلُونَ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livestock He created for you. In them is warmth from wool and fur, other benefits, and from them you eat.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وَلَكُمْ فِيهَا جَمَالٌ حِينَ تُرِيحُونَ وَحِينَ تَسْرَحُونَ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beauty in them for you when you bring them home in the evening and take them out to pasture in the morning.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وَتَحْمِلُ أَثْقَالَكُمْ إِلَىٰ بَلَدٍ لَّمْ تَكُونُواْ بَٰلِغِيهِ إِلَّا بِشِقِّ الْأَنفُسِ إِنَّ رَبَّكُمْ لَرَءُوفٌ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carry your heavy loads to lands you could only reach with great hardship. Your Lord is Kind, Most Merciful.</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وَالْخَيْلَ وَالْبِغَالَ وَالْحَمِيرَ لِتَرْكَبُوهَا وَزِينَةً وَيَخْلُقُ مَا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created horses, mules and donkeys for you to ride and as adornment, and He creates what you do not know of other means of riding and more.</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وَعَلَى اللَّهِ قَصْدُ السَّبِيلِ وَمِنْهَا جَآئِرٌ وَلَوْ شَآءَ لَهَدَىٰكُمْ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upon Allah to show the straight path, and some paths turn away from the truth. If He had willed, He would have guided you all.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أَنزَلَ مِنَ السَّمَآءِ مَآءً لَّكُم مِّنْهُ شَرَابٌ وَمِنْهُ شَجَرٌ فِيهِ تُسِيمُونَ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sends down rain from the sky. From it you drink, and from it grow the plants where you graze your animals.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يُنبِتُ لَكُم بِهِ الزَّرْعَ وَالزَّيْتُونَ وَالنَّخِيلَ وَالْأَعْنَٰبَ وَمِن كُلِّ الثَّمَرَٰتِ إِنَّ فِي ذَٰلِكَ لَأيَةً لِّقَوْمٍ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it He grows for you crops, olives, palm trees, grapes and every kind of fruit. In that is a sign for people who think.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وَسَخَّرَ لَكُمُ الَّيْلَ وَالنَّهَارَ وَالشَّمْسَ وَالْقَمَرَ وَالنُّجُومُ مُسَخَّرَٰتٌ بِأَمْرِهِ إِنَّ فِي ذَٰلِكَ لَأيَٰتٍ لِّقَوْمٍ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made the night and day, the sun and the moon serve you, and the stars are made to serve by His command. In that are signs for people who use their minds.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ذَرَأَ لَكُمْ فِي الْأَرْضِ مُخْتَلِفًا أَلْوَٰنُهُ إِنَّ فِي ذَٰلِكَ لَأيَةً لِّقَوْمٍ يَذَّكَّرُونَ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He has created for you on earth of animals, plants and minerals in different colours; in that is a sign for people who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سَخَّرَ الْبَحْرَ لِتَأْكُلُواْ مِنْهُ لَحْمًا طَرِيًّا وَتَسْتَخْرِجُواْ مِنْهُ حِلْيَةً تَلْبَسُونَهَا وَتَرَى الْفُلْكَ مَوَاخِرَ فِيهِ وَلِتَبْتَغُواْ مِن فَضْلِهِ وَلَعَلَّكُمْ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the sea serve you, so that you eat fresh fish from it and bring out pearls and coral to wear. You see the ships cutting through it, so that you may seek His provision through trade and perhaps be thankful.</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6164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وَأَلْقَىٰ فِي الْأَرْضِ رَوَٰسِيَ أَن تَمِيدَ بِكُمْ وَأَنْهَٰرًا وَسُبُلًا لَّعَلَّكُمْ تَهْتَدُونَ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placed firm mountains on the earth so that it does not shake with you, and rivers and roads so that you may find your way.</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وَعَلَٰمَٰتٍ وَبِالنَّجْمِ هُمْ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landmarks on earth to guide by, and by the stars they find their way at night.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يَخْلُقُ كَمَن لَّا يَخْلُقُ أَفَلَا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who creates all this like one who creates nothing? Will you not take heed?</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تَعُدُّواْ نِعْمَةَ اللَّهِ لَا تُحْصُوهَآ إِنَّ اللَّهَ لَغَفُورٌ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tried to count Allah's blessings, you could never count them. Allah is Forgiving, Most Merciful.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يَعْلَمُ مَا تُسِرُّونَ وَمَا تُعْلِنُونَ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what you hide and what you show.</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يَدْعُونَ مِن دُونِ اللَّهِ لَا يَخْلُقُونَ شَيْـًٔا وَهُمْ يُخْلَقُونَ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they call on besides Allah create nothing; they themselves are created.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أَمْوَٰتٌ غَيْرُ أَحْيَآءٍ وَمَا يَشْعُرُونَ أَيَّانَ يُبْعَثُونَ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dead, with no life in them, and they do not know when their worshippers will be raised.</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إِلَٰهُكُمْ إِلَٰهٌ وَٰحِدٌ فَالَّذِينَ لَا يُؤْمِنُونَ بِالْأخِرَةِ قُلُوبُهُم مُّنكِرَةٌ وَهُم مُّسْتَكْبِرُونَ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God is One God. Those who do not believe in the Hereafter have hearts that reject tawhid, and they are arrogant.</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جَرَمَ أَنَّ اللَّهَ يَعْلَمُ مَا يُسِرُّونَ وَمَا يُعْلِنُونَ إِنَّهُ لَا يُحِبُّ الْمُسْتَكْبِرِينَ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Truly, Allah knows what they hide and what they show. He does not love the arrogant.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مَّاذَآ أَنزَلَ رَبُّكُمْ قَالُواْ أَسَٰطِيرُ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asked: What has your Lord sent down to Muhammad? They say: Tales of the ancients,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لِيَحْمِلُواْ أَوْزَارَهُمْ كَامِلَةً يَوْمَ الْقِيَٰمَةِ وَمِنْ أَوْزَارِ الَّذِينَ يُضِلُّونَهُم بِغَيْرِ عِلْمٍ أَلَا سَآءَ مَا يَزِرُونَ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will carry their own sins in full on the Day of Resurrection, and some of the sins of those they mislead without knowledge. How evil is what they carry!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مَكَرَ الَّذِينَ مِن قَبْلِهِمْ فَأَتَى اللَّهُ بُنْيَٰنَهُم مِّنَ الْقَوَاعِدِ فَخَرَّ عَلَيْهِمُ السَّقْفُ مِن فَوْقِهِمْ وَأَتَىٰهُمُ الْعَذَابُ مِنْ حَيْثُ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before them plotted against their messengers, so Allah brought their building down from its foundations; the roof fell on them from above, and punishment came to them from where they did not expect.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يَوْمَ الْقِيَٰمَةِ يُخْزِيهِمْ وَيَقُولُ أَيْنَ شُرَكَآءِيَ الَّذِينَ كُنتُمْ تُشَـٰقُّونَ فِيهِمْ قَالَ الَّذِينَ أُوتُواْ الْعِلْمَ إِنَّ الْخِزْيَ الْيَوْمَ وَالسُّوءَ عَلَى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on the Day of Resurrection He will disgrace them and say: Where are My so-called partners, for whose sake you opposed the believers? The people of knowledge will say: Today disgrace and evil are on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تَتَوَفَّىٰهُمُ الْمَلَـٰئِكَةُ ظَالِمِي أَنفُسِهِمْ فَأَلْقَوُاْ السَّلَمَ مَا كُنَّا نَعْمَلُ مِن سُوءٍ بَلَىٰ إِنَّ اللَّهَ عَلِيمٌ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whose souls the angels take while they are wronging themselves with disbelief. They will surrender, saying: We did no evil! Yes you did; Allah knows what you used to do.</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فَادْخُلُواْ أَبْوَٰبَ جَهَنَّمَ خَٰلِدِينَ فِيهَا فَلَبِئْسَ مَثْوَى الْمُتَكَبِّرِينَ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enter the gates of Hell, staying there forever. How evil is the home of the arrogant!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وَقِيلَ لِلَّذِينَ اتَّقَوْاْ مَاذَآ أَنزَلَ رَبُّكُمْ قَالُواْ خَيْرًا لِّلَّذِينَ أَحْسَنُواْ فِي هَٰذِهِ الدُّنْيَا حَسَنَةٌ وَلَدَارُ الْأخِرَةِ خَيْرٌ وَلَنِعْمَ دَارُ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with taqwa were asked: What has your Lord sent down? They said: Good. For those who do good in this world is good, and the Home of the Hereafter is better. How excellent is the home of those with taqwa!</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جَنَّـٰتُ عَدْنٍ يَدْخُلُونَهَا تَجْرِي مِن تَحْتِهَا الْأَنْهَٰرُ لَهُمْ فِيهَا مَا يَشَآءُونَ كَذَٰلِكَ يَجْزِي اللَّهُ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Gardens of everlasting stay, which they will enter, with rivers flowing beneath them. They will have whatever they wish there. That is how Allah rewards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تَتَوَفَّىٰهُمُ الْمَلَـٰئِكَةُ طَيِّبِينَ يَقُولُونَ سَلَٰمٌ عَلَيْكُمُ ادْخُلُواْ الْجَنَّةَ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whose souls the angels take while they are pure from shirk, saying: Peace be upon you; enter Paradise for what you used to do.</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280720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يَنظُرُونَ إِلَّآ أَن تَأْتِيَهُمُ الْمَلَـٰئِكَةُ أَوْ يَأْتِيَ أَمْرُ رَبِّكَ كَذَٰلِكَ فَعَلَ الَّذِينَ مِن قَبْلِهِمْ وَمَا ظَلَمَهُمُ اللَّهُ وَلَٰكِن كَانُواْ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the disbelievers waiting for anything but the angels to come to take their souls, or your Lord's command of punishment? Those before them did the same. Allah did not wrong them; they wronged themselves.</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فَأَصَابَهُمْ سَيِّـَٔاتُ مَا عَمِلُواْ وَحَاقَ بِهِم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evil results of their deeds struck them, and what they used to mock surrounded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أَشْرَكُواْ لَوْ شَآءَ اللَّهُ مَا عَبَدْنَا مِن دُونِهِ مِن شَيْءٍ نَّحْنُ وَلَآ ءَابَآؤُنَا وَلَا حَرَّمْنَا مِن دُونِهِ مِن شَيْءٍ كَذَٰلِكَ فَعَلَ الَّذِينَ مِن قَبْلِهِمْ فَهَلْ عَلَى الرُّسُلِ إِلَّا الْبَلَٰغُ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said: If Allah had willed, neither we nor our fathers would have worshipped anything besides Him, nor forbidden anything ourselves. Those before them did the same. Is the messengers' duty anything but to deliver the message clearly?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بَعَثْنَا فِي كُلِّ أُمَّةٍ رَّسُولًا أَنِ اعْبُدُواْ اللَّهَ وَاجْتَنِبُواْ الطَّـٰغُوتَ فَمِنْهُم مَّنْ هَدَى اللَّهُ وَمِنْهُم مَّنْ حَقَّتْ عَلَيْهِ الضَّلَٰلَةُ فَسِيرُواْ فِي الْأَرْضِ فَانظُرُواْ كَيْفَ كَانَ عَٰقِبَةُ الْمُكَذِّبِينَ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to every nation a messenger saying: Worship Allah and avoid everything worshipped besides Him. Some of them Allah guided, and some deserved misguidance. So travel through the land and see what happened to those who denied.</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تَحْرِصْ عَلَىٰ هُدَىٰهُمْ فَإِنَّ اللَّهَ لَا يَهْدِي مَن يُضِلُّ وَمَا لَهُم مِّن نَّـٰصِرِينَ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However eager you are for their guidance, Allah does not guide those He leaves astray, and they will have no helpers.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وَأَقْسَمُواْ بِاللَّهِ جَهْدَ أَيْمَٰنِهِمْ لَا يَبْعَثُ اللَّهُ مَن يَمُوتُ بَلَىٰ وَعْدًا عَلَيْهِ حَقًّا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swore by Allah their strongest oaths: Allah will not raise those who die. Yes He will; it is a true promise binding on Him, but most people do not know,</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لِيُبَيِّنَ لَهُمُ الَّذِي يَخْتَلِفُونَ فِيهِ وَلِيَعْلَمَ الَّذِينَ كَفَرُواْ أَنَّهُمْ كَانُواْ 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He may make clear to them what they differed about, and so that the disbelievers may know they were liars.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قَوْلُنَا لِشَيْءٍ إِذَآ أَرَدْنَٰهُ أَن نَّقُولَ لَهُ كُن فَيَكُونُ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only word to something, when We want it, is to say to it: Be, and it is.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هَاجَرُواْ فِي اللَّهِ مِن بَعْدِ مَا ظُلِمُواْ لَنُبَوِّئَنَّهُمْ فِي الدُّنْيَا حَسَنَةً وَلَأَجْرُ الْأخِرَةِ أَكْبَرُ لَوْ كَانُواْ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emigrated for Allah after being wronged, We will surely settle them well in this world, and the reward of the Hereafter is greater, if only they knew,</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صَبَرُواْ وَعَلَىٰ رَبِّهِمْ يَتَوَكَّلُونَ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were patient with the harm done to them and put their trust in their Lord.</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مِن قَبْلِكَ إِلَّا رِجَالًا نُّوحِي إِلَيْهِمْ فَسْـَٔلُواْ أَهْلَ الذِّكْرِ إِن كُنتُمْ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before you only men, humans to whom We gave revelation. So ask the people of knowledge of the earlier Books if you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34416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بِالْبَيِّنَٰتِ وَالزُّبُرِ وَأَنزَلْنَآ إِلَيْكَ الذِّكْرَ لِتُبَيِّنَ لِلنَّاسِ مَا نُزِّلَ إِلَيْهِمْ وَلَعَلَّهُمْ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them with clear proofs and scriptures, and We sent down to you the Qur'an so that you may explain to people what has been sent down to them, and so that they may think. So the Sunnah explains the Qur'an.</a:t>
            </a:r>
            <a:endParaRPr lang="en-US" sz="3000" dirty="0"/>
          </a:p>
        </p:txBody>
      </p:sp>
      <p:sp>
        <p:nvSpPr>
          <p:cNvPr id="9" name="Shape 7"/>
          <p:cNvSpPr/>
          <p:nvPr/>
        </p:nvSpPr>
        <p:spPr>
          <a:xfrm>
            <a:off x="1444752" y="2948940"/>
            <a:ext cx="8641080" cy="0"/>
          </a:xfrm>
          <a:prstGeom prst="line">
            <a:avLst/>
          </a:prstGeom>
          <a:noFill/>
          <a:ln w="9525">
            <a:solidFill>
              <a:schemeClr val="accent2"/>
            </a:solidFill>
            <a:prstDash val="dash"/>
          </a:ln>
        </p:spPr>
      </p:sp>
      <p:sp>
        <p:nvSpPr>
          <p:cNvPr id="10" name="Shape 8"/>
          <p:cNvSpPr/>
          <p:nvPr/>
        </p:nvSpPr>
        <p:spPr>
          <a:xfrm>
            <a:off x="713232" y="3086100"/>
            <a:ext cx="548640" cy="548640"/>
          </a:xfrm>
          <a:prstGeom prst="star8">
            <a:avLst/>
          </a:prstGeom>
          <a:solidFill>
            <a:schemeClr val="accent2"/>
          </a:solidFill>
          <a:ln/>
        </p:spPr>
      </p:sp>
      <p:sp>
        <p:nvSpPr>
          <p:cNvPr id="11" name="Shape 9"/>
          <p:cNvSpPr/>
          <p:nvPr/>
        </p:nvSpPr>
        <p:spPr>
          <a:xfrm>
            <a:off x="822960" y="319582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8610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06781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أَفَأَمِنَ الَّذِينَ مَكَرُواْ السَّيِّـَٔاتِ أَن يَخْسِفَ اللَّهُ بِهِمُ الْأَرْضَ أَوْ يَأْتِيَهُمُ الْعَذَابُ مِنْ حَيْثُ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those who plot evil feel safe that Allah will not make the earth swallow them, or that punishment will not come to them from where they do not expect?</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يَأْخُذَهُمْ فِي تَقَلُّبِهِمْ فَمَا هُم بِمُعْجِزِينَ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that He will not seize them while they travel about for trade, and they cannot escape?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يَأْخُذَهُمْ عَلَىٰ تَخَوُّفٍ فَإِنَّ رَبَّكُمْ لَرَءُوفٌ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seize them while they are fearfully waiting for punishment? Your Lord is Kind, Most Merciful in giving them time.</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إِلَىٰ مَا خَلَقَ اللَّهُ مِن شَيْءٍ يَتَفَيَّؤُاْ ظِلَٰلُهُ عَنِ الْيَمِينِ وَالشَّمَآئِلِ سُجَّدًا لِّلَّهِ وَهُمْ دَٰخِرُونَ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seen how everything Allah has created has shadows that lean to the right and the left, bowing down to Allah in humility?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يَسْجُدُ مَا فِي السَّمَٰوَٰتِ وَمَا فِي الْأَرْضِ مِن دَآبَّةٍ وَالْمَلَـٰئِكَةُ وَهُمْ لَا يَسْتَكْبِرُونَ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bow down whatever creatures are in the heavens and on earth, and the angels, and they are not arrogant.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يَخَافُونَ رَبَّهُم مِّن فَوْقِهِمْ وَيَفْعَلُونَ مَا يُؤْمَرُونَ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fear their Lord above them and do what they are commanded. This is a place of prostration in recitation.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اللَّهُ لَا تَتَّخِذُواْ إِلَٰهَيْنِ اثْنَيْنِ إِنَّمَا هُوَ إِلَٰهٌ وَٰحِدٌ فَإِيَّـٰيَ فَارْهَبُونِ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Do not take two gods; He is only One God, so fear Me alone.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 مَا فِي السَّمَٰوَٰتِ وَالْأَرْضِ وَلَهُ الدِّينُ وَاصِبًا أَفَغَيْرَ اللَّهِ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belongs whatever is in the heavens and the earth, and to Him obedience is always due. Will you fear anyone other than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بِكُم مِّن نِّعْمَةٍ فَمِنَ اللَّهِ ثُمَّ إِذَا مَسَّكُمُ الضُّرُّ فَإِلَيْهِ تَجْـَٔرُونَ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blessing you have is from Allah alone. Then when harm touches you, you cry out to Him in prayer.</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إِذَا كَشَفَ الضُّرَّ عَنكُمْ إِذَا فَرِيقٌ مِّنكُم بِرَبِّهِمْ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when He removes the harm from you, a group of you associate partners with their Lord,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لِيَكْفُرُواْ بِمَآ ءَاتَيْنَٰهُمْ فَتَمَتَّعُواْ فَسَوْفَ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deny what We gave them. So enjoy yourselves; you will come to know your end.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وَيَجْعَلُونَ لِمَا لَا يَعْلَمُونَ نَصِيبًا مِّمَّا رَزَقْنَٰهُمْ تَاللَّهِ لَتُسْـَٔلُنَّ عَمَّا كُنتُمْ تَفْتَرُونَ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give their idols, which know nothing, a share of what We have provided them. By Allah, you will surely be asked about what you used to make up.</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وَيَجْعَلُونَ لِلَّهِ الْبَنَٰتِ سُبْحَٰنَهُ وَلَهُم مَّا يَشْتَهُونَ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assign daughters to Allah, saying: The angels are Allah's daughters! Glory be to Him! And for themselves they want sons.</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بُشِّرَ أَحَدُهُم بِالْأُنثَىٰ ظَلَّ وَجْهُهُ مُسْوَدًّا وَهُوَ كَظِيمٌ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one of them is given news of the birth of a girl, his face darkens with gloom and he is filled with sadness.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يَتَوَٰرَىٰ مِنَ الْقَوْمِ مِن سُوءِ مَا بُشِّرَ بِهِ أَيُمْسِكُهُ عَلَىٰ هُونٍ أَمْ يَدُسُّهُ فِي التُّرَابِ أَلَا سَآءَ مَا يَحْكُمُونَ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hides from people because of the bad news he was given: should he keep her in humiliation or bury her alive in the dust? How evil is their judgement! Islam honoured girls and made raising them well a way to Paradise.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لِلَّذِينَ لَا يُؤْمِنُونَ بِالْأخِرَةِ مَثَلُ السَّوْءِ وَلِلَّهِ الْمَثَلُ الْأَعْلَىٰ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not believe in the Hereafter have the worst description, and to Allah belongs the highest description.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يُؤَاخِذُ اللَّهُ النَّاسَ بِظُلْمِهِم مَّا تَرَكَ عَلَيْهَا مِن دَآبَّةٍ وَلَٰكِن يُؤَخِّرُهُمْ إِلَىٰ أَجَلٍ مُّسَمًّى فَإِذَا جَآءَ أَجَلُهُمْ لَا يَسْتَـْٔخِرُونَ سَاعَةً وَلَا يَسْتَقْدِمُونَ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punished people for their wrongdoing, He would not leave a single creature on earth, but He delays them until a set time. When their time comes, they cannot delay it by an hour or bring it forward.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وَيَجْعَلُونَ لِلَّهِ مَا يَكْرَهُونَ وَتَصِفُ أَلْسِنَتُهُمُ الْكَذِبَ أَنَّ لَهُمُ الْحُسْنَىٰ لَا جَرَمَ أَنَّ لَهُمُ النَّارَ وَأَنَّهُم مُّفْرَطُونَ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assign to Allah what they dislike for themselves, like daughters, and their tongues tell the lie that they will have Paradise. Truly, theirs is the Fire, and they will be sent ahead into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تَاللَّهِ لَقَدْ أَرْسَلْنَآ إِلَىٰ أُمَمٍ مِّن قَبْلِكَ فَزَيَّنَ لَهُمُ الشَّيْطَٰنُ أَعْمَٰلَهُمْ فَهُوَ وَلِيُّهُمُ الْيَوْمَ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By Allah, We sent messengers to nations before you, but Satan made their deeds look good to them. He is their ally today, and they will have a painful punishment.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أَنزَلْنَا عَلَيْكَ الْكِتَٰبَ إِلَّا لِتُبَيِّنَ لَهُمُ الَّذِي اخْتَلَفُواْ فِيهِ وَهُدًى وَرَحْمَةً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only sent down the Qur'an to you so that you make clear to them what they differ about, and as guidance and mercy for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أَنزَلَ مِنَ السَّمَآءِ مَآءً فَأَحْيَا بِهِ الْأَرْضَ بَعْدَ مَوْتِهَآ إِنَّ فِي ذَٰلِكَ لَأيَةً لِّقَوْمٍ يَسْمَعُونَ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sends down rain from the sky and brings the earth back to life with it after it was dry. In that is a sign for people who listen.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لَكُمْ فِي الْأَنْعَٰمِ لَعِبْرَةً نُّسْقِيكُم مِّمَّا فِي بُطُونِهِ مِن بَيْنِ فَرْثٍ وَدَمٍ لَّبَنًا خَالِصًا سَآئِغًا لِّلشَّـٰرِبِينَ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livestock there is a lesson for you: We give you to drink from their bellies, from between digested food and blood, pure milk, easy and pleasant for those who drink.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ثَمَرَٰتِ النَّخِيلِ وَالْأَعْنَٰبِ تَتَّخِذُونَ مِنْهُ سَكَرًا وَرِزْقًا حَسَنًا إِنَّ فِي ذَٰلِكَ لَأيَةً لِّقَوْمٍ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the fruits of palm trees and grapevines you take an intoxicating drink and good provision like dates and raisins. In that is a sign for people who use their minds. This was before wine was forbidden.</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وَأَوْحَىٰ رَبُّكَ إِلَى النَّحْلِ أَنِ اتَّخِذِي مِنَ الْجِبَالِ بُيُوتًا وَمِنَ الشَّجَرِ وَمِمَّا يَعْرِشُونَ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inspired the bee: Make homes in the mountains, in the trees, and in what people build for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كُلِي مِن كُلِّ الثَّمَرَٰتِ فَاسْلُكِي سُبُلَ رَبِّكِ ذُلُلًا يَخْرُجُ مِن بُطُونِهَا شَرَابٌ مُّخْتَلِفٌ أَلْوَٰنُهُ فِيهِ شِفَآءٌ لِّلنَّاسِ إِنَّ فِي ذَٰلِكَ لَأيَةً لِّقَوْمٍ يَتَفَكَّرُونَ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eat from every kind of fruit and follow the ways your Lord has made easy for you. From their bellies comes a drink of different colours, honey, in which there is healing for people. In that is a sign for people who think.</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خَلَقَكُمْ ثُمَّ يَتَوَفَّىٰكُمْ وَمِنكُم مَّن يُرَدُّ إِلَىٰ أَرْذَلِ الْعُمُرِ لِكَيْ لَا يَعْلَمَ بَعْدَ عِلْمٍ شَيْـًٔا إِنَّ اللَّهَ عَلِيمٌ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created you, then He takes your souls. Some of you are brought back to the weakest age of old age, so that after knowing much they know nothing. Allah is All-Knowing, All-Powerful.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فَضَّلَ بَعْضَكُمْ عَلَىٰ بَعْضٍ فِي الرِّزْقِ فَمَا الَّذِينَ فُضِّلُواْ بِرَآدِّي رِزْقِهِمْ عَلَىٰ مَا مَلَكَتْ أَيْمَٰنُهُمْ فَهُمْ فِيهِ سَوَآءٌ أَفَبِنِعْمَةِ اللَّهِ يَجْحَدُونَ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given some of you more provision than others. Yet the rich do not share their provision with their servants so that they become equal in it. So how can you make Allah's servants His partners? Do they deny Allah's blessing?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جَعَلَ لَكُم مِّنْ أَنفُسِكُمْ أَزْوَٰجًا وَجَعَلَ لَكُم مِّنْ أَزْوَٰجِكُم بَنِينَ وَحَفَدَةً وَرَزَقَكُم مِّنَ الطَّيِّبَٰتِ أَفَبِالْبَٰطِلِ يُؤْمِنُونَ وَبِنِعْمَتِ اللَّهِ هُمْ يَكْفُرُونَ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given you spouses from among yourselves, and from your spouses children and grandchildren, and provided you with good things. Do they believe in falsehood and deny Allah's blessing?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وَيَعْبُدُونَ مِن دُونِ اللَّهِ مَا لَا يَمْلِكُ لَهُمْ رِزْقًا مِّنَ السَّمَٰوَٰتِ وَالْأَرْضِ شَيْـًٔا وَلَا يَسْتَطِيعُونَ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worship besides Allah what has no power to give them any provision from the heavens or the earth, and cannot.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تَضْرِبُواْ لِلَّهِ الْأَمْثَالَ إِنَّ اللَّهَ يَعْلَمُ وَأَنتُمْ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invent likenesses for Allah. Allah knows and you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95603"/>
            <a:ext cx="548640" cy="548640"/>
          </a:xfrm>
          <a:prstGeom prst="star8">
            <a:avLst/>
          </a:prstGeom>
          <a:solidFill>
            <a:schemeClr val="accent2"/>
          </a:solidFill>
          <a:ln/>
        </p:spPr>
      </p:sp>
      <p:sp>
        <p:nvSpPr>
          <p:cNvPr id="6" name="Shape 4"/>
          <p:cNvSpPr/>
          <p:nvPr/>
        </p:nvSpPr>
        <p:spPr>
          <a:xfrm>
            <a:off x="822960" y="150533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956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377315"/>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ضَرَبَ اللَّهُ مَثَلًا عَبْدًا مَّمْلُوكًا لَّا يَقْدِرُ عَلَىٰ شَيْءٍ وَمَن رَّزَقْنَٰهُ مِنَّا رِزْقًا حَسَنًا فَهُوَ يُنفِقُ مِنْهُ سِرًّا وَجَهْرًا هَلْ يَسْتَوُنَ الْحَمْدُ لِلَّهِ بَلْ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gives an example: a helpless slave who has power over nothing, and a free man whom We have given good provision, which he spends secretly and openly. Are they equal? In the same way, a helpless idol and Allah the Provider are not equal. All praise is for Allah, but most of them do not know.</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3994785"/>
            <a:ext cx="548640" cy="548640"/>
          </a:xfrm>
          <a:prstGeom prst="star8">
            <a:avLst/>
          </a:prstGeom>
          <a:solidFill>
            <a:schemeClr val="accent2"/>
          </a:solidFill>
          <a:ln/>
        </p:spPr>
      </p:sp>
      <p:sp>
        <p:nvSpPr>
          <p:cNvPr id="11" name="Shape 9"/>
          <p:cNvSpPr/>
          <p:nvPr/>
        </p:nvSpPr>
        <p:spPr>
          <a:xfrm>
            <a:off x="822960" y="4104513"/>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9478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3976497"/>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وَضَرَبَ اللَّهُ مَثَلًا رَّجُلَيْنِ أَحَدُهُمَآ أَبْكَمُ لَا يَقْدِرُ عَلَىٰ شَيْءٍ وَهُوَ كَلٌّ عَلَىٰ مَوْلَىٰهُ أَيْنَمَا يُوَجِّههُّ لَا يَأْتِ بِخَيْرٍ هَلْ يَسْتَوِي هُوَ وَمَن يَأْمُرُ بِالْعَدْلِ وَهُوَ عَلَىٰ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Allah gives an example of two men: one is mute, has power over nothing and is a burden to his guardian; wherever he sends him, he brings no good. Is he equal to one who commands justice and is on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غَيْبُ السَّمَٰوَٰتِ وَالْأَرْضِ وَمَآ أَمْرُ السَّاعَةِ إِلَّا كَلَمْحِ الْبَصَرِ أَوْ هُوَ أَقْرَبُ إِنَّ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unseen of the heavens and the earth. The coming of the Hour is only like the blink of an eye, or even quicker. Allah has power over all things.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أَخْرَجَكُم مِّن بُطُونِ أُمَّهَٰتِكُمْ لَا تَعْلَمُونَ شَيْـًٔا وَجَعَلَ لَكُمُ السَّمْعَ وَالْأَبْصَٰرَ وَالْأَفْـِٔدَةَ 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brought you out of your mothers' wombs knowing nothing, and gave you hearing, sight and minds so that you may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يَرَوْاْ إِلَى الطَّيْرِ مُسَخَّرَٰتٍ فِي جَوِّ السَّمَآءِ مَا يُمْسِكُهُنَّ إِلَّا اللَّهُ إِنَّ فِي ذَٰلِكَ لَأيَٰتٍ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the birds held up in the open sky? Nothing holds them up except Allah. In that are signs for people who believe.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جَعَلَ لَكُم مِّن بُيُوتِكُمْ سَكَنًا وَجَعَلَ لَكُم مِّن جُلُودِ الْأَنْعَٰمِ بُيُوتًا تَسْتَخِفُّونَهَا يَوْمَ ظَعْنِكُمْ وَيَوْمَ إِقَامَتِكُمْ وَمِنْ أَصْوَافِهَا وَأَوْبَارِهَا وَأَشْعَارِهَآ أَثَٰثًا وَمَتَٰعًا إِلَىٰ 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made your homes a place of rest for you, and made for you from the hides of livestock light tents you carry when travelling and when settled, and from their wool, fur and hair furnishings and goods for a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جَعَلَ لَكُم مِّمَّا خَلَقَ ظِلَٰلًا وَجَعَلَ لَكُم مِّنَ الْجِبَالِ أَكْنَٰنًا وَجَعَلَ لَكُمْ سَرَٰبِيلَ تَقِيكُمُ الْحَرَّ وَسَرَٰبِيلَ تَقِيكُم بَأْسَكُمْ كَذَٰلِكَ يُتِمُّ نِعْمَتَهُ عَلَيْكُمْ لَعَلَّكُمْ تُسْلِمُونَ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made for you shade from what He created, like trees, made caves for you in the mountains, made you clothing that protects you from heat, and armour that protects you in battle. In this way He completes His blessing on you so that you may submit to Him.</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تَوَلَّوْاْ فَإِنَّمَا عَلَيْكَ الْبَلَٰغُ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turn away, your duty is only to deliver the message clearly.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يَعْرِفُونَ نِعْمَتَ اللَّهِ ثُمَّ يُنكِرُونَهَا وَأَكْثَرُهُمُ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recognise Allah's blessing as being from Him, then deny it by giving credit to others, and most of them are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نَبْعَثُ مِن كُلِّ أُمَّةٍ شَهِيدًا ثُمَّ لَا يُؤْذَنُ لِلَّذِينَ كَفَرُواْ وَلَا هُمْ يُسْتَعْتَبُونَ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raise from every nation its prophet as a witness against it, the disbelievers will not be allowed to make excuses, nor asked to make amends.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رَءَا الَّذِينَ ظَلَمُواْ الْعَذَابَ فَلَا يُخَفَّفُ عَنْهُمْ وَلَا هُمْ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wrongdoers see the punishment, it will not be lightened for them, nor will they be given more time.</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رَءَا الَّذِينَ أَشْرَكُواْ شُرَكَآءَهُمْ قَالُواْ رَبَّنَا هَـٰؤُلَآءِ شُرَكَآؤُنَا الَّذِينَ كُنَّا نَدْعُواْ مِن دُونِكَ فَأَلْقَوْاْ إِلَيْهِمُ الْقَوْلَ إِنَّكُمْ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idol-worshippers see their gods, they will say: Our Lord, these are our partners whom we used to worship instead of You. But the gods will throw the words back at them: You are liars.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87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وَأَلْقَوْاْ إِلَى اللَّهِ يَوْمَئِذٍ السَّلَمَ وَضَلَّ عَنْهُم 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Day they will submit to Allah, and what they used to make up will abandon them.</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3" name="Text 11"/>
          <p:cNvSpPr txBox="1"/>
          <p:nvPr/>
        </p:nvSpPr>
        <p:spPr>
          <a:xfrm>
            <a:off x="1444752" y="25466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كَفَرُواْ وَصَدُّواْ عَن سَبِيلِ اللَّهِ زِدْنَٰهُمْ عَذَابًا فَوْقَ الْعَذَابِ بِمَا كَانُواْ يُفْسِدُونَ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who blocked people from Allah's religion, We will add punishment upon punishment for the corruption they spread.</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نَبْعَثُ فِي كُلِّ أُمَّةٍ شَهِيدًا عَلَيْهِم مِّنْ أَنفُسِهِمْ وَجِئْنَا بِكَ شَهِيدًا عَلَىٰ هَـٰؤُلَآءِ وَنَزَّلْنَا عَلَيْكَ الْكِتَٰبَ تِبْيَٰنًا لِّكُلِّ شَيْءٍ وَهُدًى وَرَحْمَةً وَبُشْرَىٰ لِلْمُسْلِمِينَ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raise in every nation a witness against them from among themselves, and bring you, O Muhammad, as a witness over your nation. We have sent down to you the Qur'an explaining everything, as guidance, mercy and good news for the Muslims.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يَأْمُرُ بِالْعَدْلِ وَالْإِحْسَٰنِ وَإِيتَآيِٕ ذِي الْقُرْبَىٰ وَيَنْهَىٰ عَنِ الْفَحْشَآءِ وَالْمُنكَرِ وَالْبَغْيِ يَعِظُكُمْ لَعَلَّكُمْ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commands justice, doing good, and giving relatives their rights, and He forbids shameful deeds, evil and oppression. He advises you so that you may take heed. Ibn Mas'ud said: This is the most comprehensive verse in the Qur'an for good and evil.</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وَأَوْفُواْ بِعَهْدِ اللَّهِ إِذَا عَٰهَدتُّمْ وَلَا تَنقُضُواْ الْأَيْمَٰنَ بَعْدَ تَوْكِيدِهَا وَقَدْ جَعَلْتُمُ اللَّهَ عَلَيْكُمْ كَفِيلًا إِنَّ اللَّهَ يَعْلَمُ مَا تَفْعَلُونَ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Fulfil Allah's covenant when you make one, and do not break your oaths after making them firm, when you have made Allah a witness over you. Allah knows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تَكُونُواْ كَالَّتِي نَقَضَتْ غَزْلَهَا مِن بَعْدِ قُوَّةٍ أَنكَٰثًا تَتَّخِذُونَ أَيْمَٰنَكُمْ دَخَلًا بَيْنَكُمْ أَن تَكُونَ أُمَّةٌ هِيَ أَرْبَىٰ مِنْ أُمَّةٍ إِنَّمَا يَبْلُوكُمُ اللَّهُ بِهِ وَلَيُبَيِّنَنَّ لَكُمْ يَوْمَ الْقِيَٰمَةِ مَا كُنتُمْ فِيهِ تَخْتَلِفُونَ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be like the foolish woman who spun her yarn strongly and then unravelled it. You use your oaths to deceive one another so that one group can be bigger than another. Allah only tests you by it, and on the Day of Resurrection He will make clear to you what you used to differ about.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شَآءَ اللَّهُ لَجَعَلَكُمْ أُمَّةً وَٰحِدَةً وَلَٰكِن يُضِلُّ مَن يَشَآءُ وَيَهْدِي مَن يَشَآءُ وَلَتُسْـَٔلُنَّ عَمَّا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had willed, He would have made you one religion, but He leaves astray whom He wills and guides whom He wills, and you will surely be asked about what you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تَتَّخِذُواْ أَيْمَٰنَكُمْ دَخَلًا بَيْنَكُمْ فَتَزِلَّ قَدَمٌ بَعْدَ ثُبُوتِهَا وَتَذُوقُواْ السُّوءَ بِمَا صَدَدتُّمْ عَن سَبِيلِ اللَّهِ وَلَكُمْ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use your oaths to deceive one another, or a foot will slip after it was firm, and you will taste harm in this world for blocking people from Allah's religion, and you will have a great punishment in the Hereafter.</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تَشْتَرُواْ بِعَهْدِ اللَّهِ ثَمَنًا قَلِيلًا إِنَّمَا عِندَ اللَّهِ هُوَ خَيْرٌ لَّكُمْ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trade Allah's covenant for a small worldly price. What is with Allah is better for you, if only you knew.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96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عِندَكُمْ يَنفَدُ وَمَا عِندَ اللَّهِ بَاقٍ وَلَنَجْزِيَنَّ الَّذِينَ صَبَرُواْ أَجْرَهُم بِأَحْسَنِ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you have of worldly things will run out, but what is with Allah of reward lasts. We will surely reward the patient with the best of what they used to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عَمِلَ صَٰلِحًا مِّن ذَكَرٍ أَوْ أُنثَىٰ وَهُوَ مُؤْمِنٌ فَلَنُحْيِيَنَّهُ حَيَوٰةً طَيِّبَةً وَلَنَجْزِيَنَّهُمْ أَجْرَهُم بِأَحْسَنِ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good, male or female, while being a believer, We will give them a good life in this world, with contentment and peace, and We will reward them with the best of what they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قَرَأْتَ الْقُرْءَانَ فَاسْتَعِذْ بِاللَّهِ مِنَ الشَّيْطَٰنِ الرَّجِيمِ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want to recite the Qur'an, say: I seek refuge in Allah from Satan, the outcast.</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لَيْسَ لَهُ سُلْطَٰنٌ عَلَى الَّذِينَ ءَامَنُواْ وَعَلَىٰ رَبِّهِمْ يَتَوَكَّلُونَ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Satan has no power over the believers who put their trust in their Lord.</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سُلْطَٰنُهُ عَلَى الَّذِينَ يَتَوَلَّوْنَهُ وَالَّذِينَ هُم بِهِ مُشْرِكُونَ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power is only over those who take him as an ally and who, because of him, associate partners with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بَدَّلْنَآ ءَايَةً مَّكَانَ ءَايَةٍ وَاللَّهُ أَعْلَمُ بِمَا يُنَزِّلُ قَالُواْ إِنَّمَآ أَنتَ مُفْتَرٍ بَلْ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replace one verse with another, and Allah knows best the benefit of what He sends down, they say: You are only making it up. Rather, most of them do not know.</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نَزَّلَهُ رُوحُ الْقُدُسِ مِن رَّبِّكَ بِالْحَقِّ لِيُثَبِّتَ الَّذِينَ ءَامَنُواْ وَهُدًى وَبُشْرَىٰ لِلْمُسْلِمِينَ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Jibril brought it down from your Lord with the truth, to make the believers firm, and as guidance and good news for the Muslims.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103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نَعْلَمُ أَنَّهُمْ يَقُولُونَ إِنَّمَا يُعَلِّمُهُ بَشَرٌ لِّسَانُ الَّذِي يُلْحِدُونَ إِلَيْهِ أَعْجَمِيٌّ وَهَٰذَا لِسَانٌ عَرَبِيٌّ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they say: It is only a human teaching him! The language of the one they refer to is foreign, while this Qur'an is in clear Arabic.</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لَا يُؤْمِنُونَ بِـَٔايَٰتِ اللَّهِ لَا يَهْدِيهِمُ اللَّهُ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do not believe in Allah's verses, Allah does not guide them, and they will have a painful punishment.</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يَفْتَرِي الْكَذِبَ الَّذِينَ لَا يُؤْمِنُونَ بِـَٔايَٰتِ اللَّهِ وَأُوْلَـٰئِكَ هُمُ الْكَٰذِبُونَ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only those who do not believe in Allah's verses who make up lies, and they are the liars.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كَفَرَ بِاللَّهِ مِن بَعْدِ إِيمَٰنِهِ إِلَّا مَنْ أُكْرِهَ وَقَلْبُهُ مُطْمَئِنٌّ بِالْإِيمَٰنِ وَلَٰكِن مَّن شَرَحَ بِالْكُفْرِ صَدْرًا فَعَلَيْهِمْ غَضَبٌ مِّنَ اللَّهِ وَلَهُمْ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disbelieves in Allah after believing, upon him is anger from Allah, except one who is forced to say words of disbelief while his heart is at peace with faith; there is no sin on him. But whoever opens his heart to disbelief, upon them is anger from Allah, and they will have a great punishment.</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36164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اسْتَحَبُّواْ الْحَيَوٰةَ الدُّنْيَا عَلَى الْأخِرَةِ وَأَنَّ اللَّهَ لَا يَهْدِي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they preferred the life of this world over the Hereafter, and Allah does not guide the disbelieving people.</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طَبَعَ اللَّهُ عَلَىٰ قُلُوبِهِمْ وَسَمْعِهِمْ وَأَبْصَٰرِهِمْ وَأُوْلَـٰئِكَ هُمُ الْغَٰفِلُونَ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whose hearts, hearing and sight Allah has sealed, and they are the heedless.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109 –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جَرَمَ أَنَّهُمْ فِي الْأخِرَةِ هُمُ الْخَٰسِرُونَ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Truly, in the Hereafter they will be the losers.</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 رَبَّكَ لِلَّذِينَ هَاجَرُواْ مِن بَعْدِ مَا فُتِنُواْ ثُمَّ جَٰهَدُواْ وَصَبَرُواْ إِنَّ رَبَّكَ مِن بَعْدِهَا لَغَفُورٌ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your Lord, to those who emigrated after being tortured to leave their religion, then strove and were patient, your Lord after that is Forgiving, Most Merciful,</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تَأْتِي كُلُّ نَفْسٍ تُجَٰدِلُ عَن نَّفْسِهَا وَتُوَفَّىٰ كُلُّ نَفْسٍ مَّا عَمِلَتْ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every soul will come arguing for itself, and every soul will be paid in full for what it did, and they will not be wronged.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112 – 113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وَضَرَبَ اللَّهُ مَثَلًا قَرْيَةً كَانَتْ ءَامِنَةً مُّطْمَئِنَّةً يَأْتِيهَا رِزْقُهَا رَغَدًا مِّن كُلِّ مَكَانٍ فَكَفَرَتْ بِأَنْعُمِ اللَّهِ فَأَذَٰقَهَا اللَّهُ لِبَاسَ الْجُوعِ وَالْخَوْفِ بِمَا كَانُواْ يَصْنَعُونَ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gives the example of a town that was safe and at peace, its provision coming to it plentifully from everywhere. But it was ungrateful for Allah's blessings, so Allah made it taste hunger and fear, wrapping it like clothing, because of what they did.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جَآءَهُمْ رَسُولٌ مِّنْهُمْ فَكَذَّبُوهُ فَأَخَذَهُمُ الْعَذَابُ وَهُمْ 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messenger from among them came to them, but they denied him, so punishment seized them while they were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114 –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فَكُلُواْ مِمَّا رَزَقَكُمُ اللَّهُ حَلَٰلًا طَيِّبًا وَاشْكُرُواْ نِعْمَتَ اللَّهِ إِن كُنتُمْ إِيَّاهُ تَعْبُدُونَ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eat from what Allah has provided you, lawful and good, and be thankful for Allah's blessing, if it is Him you worship.</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حَرَّمَ عَلَيْكُمُ الْمَيْتَةَ وَالدَّمَ وَلَحْمَ الْخِنزِيرِ وَمَآ أُهِلَّ لِغَيْرِ اللَّهِ بِهِ فَمَنِ اضْطُرَّ غَيْرَ بَاغٍ وَلَا عَادٍ فَإِنَّ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only forbidden you dead animals, blood, pork, and what is slaughtered for other than Allah. But whoever is forced by need, without wrongdoing or going beyond the need,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116 – 117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تَقُولُواْ لِمَا تَصِفُ أَلْسِنَتُكُمُ الْكَذِبَ هَٰذَا حَلَٰلٌ وَهَٰذَا حَرَامٌ لِّتَفْتَرُواْ عَلَى اللَّهِ الْكَذِبَ إِنَّ الَّذِينَ يَفْتَرُونَ عَلَى اللَّهِ الْكَذِبَ لَا يُفْلِحُونَ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say falsely with your tongues: This is lawful and this is forbidden, to make up lies about Allah. Those who lie about Allah will never succeed.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مَتَٰعٌ قَلِيلٌ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little enjoyment in this world, and they will have a painful punishment in the Hereafter.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118 – 119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وَعَلَى الَّذِينَ هَادُواْ حَرَّمْنَا مَا قَصَصْنَا عَلَيْكَ مِن قَبْلُ وَمَا ظَلَمْنَٰهُمْ وَلَٰكِن كَانُواْ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the Jews We forbade what We told you about before in Surah Al-An'am. We did not wrong them; they wronged themselves.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إِنَّ رَبَّكَ لِلَّذِينَ عَمِلُواْ السُّوءَ بِجَهَٰلَةٍ ثُمَّ تَابُواْ مِن بَعْدِ ذَٰلِكَ وَأَصْلَحُواْ إِنَّ رَبَّكَ مِن بَعْدِهَا لَغَفُورٌ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your Lord, to those who did evil out of ignorance, then repented after that and corrected themselves, your Lord after that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120 – 122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إِبْرَٰهِيمَ كَانَ أُمَّةً قَانِتًا لِّلَّهِ حَنِيفًا وَلَمْ يَكُ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was a leader and example in goodness, obedient to Allah, turning away from shirk to tawhid, and he was not one of the idol-worshippers,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شَاكِرًا لِّأَنْعُمِهِ اجْتَبَىٰهُ وَهَدَىٰهُ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thankful for Allah's blessings. His Lord chose him and guided him to a straight path.</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وَءَاتَيْنَٰهُ فِي الدُّنْيَا حَسَنَةً وَإِنَّهُ فِي الْأخِرَةِ لَمِنَ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him good in this world, a good name and righteous children, and in the Hereafter he will be among the righteous.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123 – 124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أَوْحَيْنَآ إِلَيْكَ أَنِ اتَّبِعْ مِلَّةَ إِبْرَٰهِيمَ حَنِيفًا وَمَا كَانَ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revealed to you: Follow the religion of Ibrahim, who turned away from shirk, and he was not one of the idol-worshippers.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جُعِلَ السَّبْتُ عَلَى الَّذِينَ اخْتَلَفُواْ فِيهِ وَإِنَّ رَبَّكَ لَيَحْكُمُ بَيْنَهُمْ يَوْمَ الْقِيَٰمَةِ فِيمَا كَانُواْ فِيهِ يَخْتَلِفُونَ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Honouring the Sabbath was only made a duty for the Jews who differed about it, and your Lord will judge between them on the Day of Resurrection about what they used to differ 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125 – 127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ادْعُ إِلَىٰ سَبِيلِ رَبِّكَ بِالْحِكْمَةِ وَالْمَوْعِظَةِ الْحَسَنَةِ وَجَٰدِلْهُم بِالَّتِي هِيَ أَحْسَنُ إِنَّ رَبَّكَ هُوَ أَعْلَمُ بِمَن ضَلَّ عَن سَبِيلِهِ وَهُوَ أَعْلَمُ بِالْمُهْتَدِينَ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Invite to the way of your Lord with wisdom and good advice, and argue with those who disagree in the best way. Your Lord knows best who strays from His path, and He knows best the guided.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عَاقَبْتُمْ فَعَاقِبُواْ بِمِثْلِ مَا عُوقِبْتُم بِهِ وَلَئِن صَبَرْتُمْ لَهُوَ خَيْرٌ لِّلصَّـٰبِرِينَ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punish someone who wronged you, punish them only as much as you were wronged, no more. But if you are patient, that is better for the patient.</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وَاصْبِرْ وَمَا صَبْرُكَ إِلَّا بِاللَّهِ وَلَا تَحْزَنْ عَلَيْهِمْ وَلَا تَكُ فِي ضَيْقٍ مِّمَّا يَمْكُرُونَ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 patient, and your patience is only with Allah's help. Do not grieve over the idol-worshippers, and do not let your chest feel tight because of their plots.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An-Nahl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230118"/>
            <a:ext cx="548640" cy="548640"/>
          </a:xfrm>
          <a:prstGeom prst="star8">
            <a:avLst/>
          </a:prstGeom>
          <a:solidFill>
            <a:schemeClr val="accent2"/>
          </a:solidFill>
          <a:ln/>
        </p:spPr>
      </p:sp>
      <p:sp>
        <p:nvSpPr>
          <p:cNvPr id="6" name="Shape 4"/>
          <p:cNvSpPr/>
          <p:nvPr/>
        </p:nvSpPr>
        <p:spPr>
          <a:xfrm>
            <a:off x="822960" y="333984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8" name="Text 6"/>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مَعَ الَّذِينَ اتَّقَواْ وَّالَّذِينَ هُم مُّحْسِنُونَ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with those who have taqwa and those who do good, with His help and support.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Al-Hijr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99 verses • The Rocky Tract</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Kathir mentions that those who mocked the Prophet (peace be upon him) were five of the leaders of Quraysh, among them Al-Walid ibn Al-Mughirah and Al-'As ibn Wa'il. Allah destroyed them all, and this was revealed: “We are enough for you against the mockers”.</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Allah's protection of the Qur'an, signs of His power in the sky, the earth and the winds, the story of Adam's creation and Iblis's hostility, Ibrahim's guests and the destruction of the people of Lut and the people of Al-Hijr, and comforting the Prophet (peace be upon him).</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 تِلْكَ ءَايَٰتُ الْكِتَٰبِ وَقُرْءَانٍ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These are the verses of the Book and a clear Qur'an.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رُّبَمَا يَوَدُّ الَّذِينَ كَفَرُواْ لَوْ كَانُواْ 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Perhaps the disbelievers will wish on the Day of Resurrection that they had been Muslims.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ذَرْهُمْ يَأْكُلُواْ وَيَتَمَتَّعُواْ وَيُلْهِهِمُ الْأَمَلُ فَسَوْفَ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Leave them to eat and enjoy themselves, and let long hopes distract them from the Hereafter; they will come to know their end.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أَهْلَكْنَا مِن قَرْيَةٍ إِلَّا وَلَهَا كِتَابٌ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destroyed a town without it having a known, written term.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تَسْبِقُ مِنْ أُمَّةٍ أَجَلَهَا وَمَا يَسْتَـْٔخِرُونَ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nation can come before its term or delay it.</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يَـٰأَيُّهَا الَّذِي نُزِّلَ عَلَيْهِ الذِّكْرُ إِنَّكَ لَمَجْنُونٌ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said mockingly: O you to whom the Qur'an has been sent down, you are surely mad.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لَّوْمَا تَأْتِينَا بِالْمَلَـٰئِكَةِ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do you not bring us the angels to bear witness for you,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نُنَزِّلُ الْمَلَـٰئِكَةَ إِلَّا بِالْحَقِّ وَمَا كَانُواْ إِذًا مُّنظَرِينَ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only send down the angels with the truth and with punishment, and if they came down, they would be given no more time.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نَحْنُ نَزَّلْنَا الذِّكْرَ وَإِنَّا لَهُ لَحَٰفِظُونَ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We who sent down the Qur'an, and We will surely protect it from being changed or distorted.</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مِن قَبْلِكَ فِي شِيَعِ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messengers before you among the groups of the earlier nations,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يَأْتِيهِم مِّن رَّسُولٍ إِلَّا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no messenger came to them without them mocking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نَسْلُكُهُ فِي قُلُوبِ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let denial enter the hearts of the criminals.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يُؤْمِنُونَ بِهِ وَقَدْ خَلَتْ سُنَّةُ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do not believe in the Qur'an, though Allah's way of destroying those who denied before them has already passed.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فَتَحْنَا عَلَيْهِم بَابًا مِّنَ السَّمَآءِ فَظَلُّواْ فِيهِ يَعْرُجُونَ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Even if We opened for them a gate in the sky and they kept climbing up through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لَقَالُواْ إِنَّمَا سُكِّرَتْ أَبْصَٰرُنَا بَلْ نَحْنُ قَوْمٌ مَّسْحُورُونَ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would say, out of stubbornness: Our eyes have only been dazzled; rather, we are a people under a spell.</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جَعَلْنَا فِي السَّمَآءِ بُرُوجًا وَزَيَّنَّـٰهَا لِلنَّـٰظِرِينَ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placed in the sky stations for the stars and planets, and made it beautiful for those who look,</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وَحَفِظْنَٰهَا مِن كُلِّ شَيْطَٰنٍ رَّجِيمٍ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protected it from every devil driven away,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اسْتَرَقَ السَّمْعَ فَأَتْبَعَهُ شِهَابٌ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one who snatches a hearing from the angels; he is followed by a bright flame that burns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وَالْأَرْضَ مَدَدْنَٰهَا وَأَلْقَيْنَا فِيهَا رَوَٰسِيَ وَأَنبَتْنَا فِيهَا مِن كُلِّ شَيْءٍ مَّوْزُونٍ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spread out the earth, placed firm mountains on it, and made every plant grow in it in balanced measure.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لَكُمْ فِيهَا مَعَٰيِشَ وَمَن لَّسْتُمْ لَهُ بِرَٰزِقِينَ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in it means of living for you, and for those you do not provide for, like animals and servants.</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مِّن شَيْءٍ إِلَّا عِندَنَا خَزَآئِنُهُ وَمَا نُنَزِّلُهُ إِلَّا بِقَدَرٍ 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nothing whose treasures are not with Us, and We only send it down in a known measure.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وَأَرْسَلْنَا الرِّيَٰحَ لَوَٰقِحَ فَأَنزَلْنَا مِنَ السَّمَآءِ مَآءً فَأَسْقَيْنَٰكُمُوهُ وَمَآ أَنتُمْ لَهُ بِخَٰزِنِينَ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send the winds to fertilise the clouds and trees, then send down water from the sky and give it to you to drink, and you are not the ones who store it.</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وَإِنَّا لَنَحْنُ نُحْيِ وَنُمِيتُ وَنَحْنُ الْوَٰرِثُونَ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We who give life and cause death, and We are the inheritors of the earth and all on it.</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عَلِمْنَا الْمُسْتَقْدِمِينَ مِنكُمْ وَلَقَدْ عَلِمْنَا الْمُسْتَـْٔخِرِينَ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those of you who have gone before and those who will come later.</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هُوَ يَحْشُرُهُمْ إِنَّهُ حَكِيمٌ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will gather them on the Day of Resurrection; He is All-Wise,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خَلَقْنَا الْإِنسَٰنَ مِن صَلْصَٰلٍ مِّنْ حَمَإٍ مَّسْنُونٍ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created Adam from dry, ringing clay that came from dark, altered mud.</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وَالْجَآنَّ خَلَقْنَٰهُ مِن قَبْلُ مِن نَّارِ السَّمُومِ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jinn, We created their father before Adam from intensely hot fire.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رَبُّكَ لِلْمَلَـٰئِكَةِ إِنِّي خَٰلِقٌ بَشَرًا مِّن صَلْصَٰلٍ مِّنْ حَمَإٍ مَّسْنُونٍ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your Lord said to the angels: I am going to create a human from dry, ringing clay of dark, altered mud.</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سَوَّيْتُهُ وَنَفَخْتُ فِيهِ مِن رُّوحِي فَقَعُواْ لَهُ سَٰجِدِينَ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 have shaped him and breathed into him a soul, then bow down to him in greeting.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فَسَجَدَ الْمَلَـٰئِكَةُ كُلُّهُمْ أَجْمَعُونَ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angels bowed down, all of them together,</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إِبْلِيسَ أَبَىٰ أَن يَكُونَ مَعَ السَّـٰجِدِينَ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Iblis; he refused to be among those who bowed.</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يَـٰإِبْلِيسُ مَا لَكَ أَلَّا تَكُونَ مَعَ السَّـٰجِدِينَ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O Iblis, why are you not among those who bowed?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لَمْ أَكُن لِّأَسْجُدَ لِبَشَرٍ خَلَقْتَهُ مِن صَلْصَٰلٍ مِّنْ حَمَإٍ مَّسْنُونٍ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 would never bow to a human You created from dry clay of altered mud.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فَاخْرُجْ مِنْهَا فَإِنَّكَ رَجِيمٌ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Then get out of Paradise; you are driven away.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عَلَيْكَ اللَّعْنَةَ إِلَىٰ يَوْمِ الدِّينِ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curse will be on you until the Day of Judgement.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فَأَنظِرْنِي إِلَىٰ يَوْمِ يُبْعَثُونَ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then give me time until the Day they are raised.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فَإِنَّكَ مِنَ الْمُنظَرِينَ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You are among those given time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إِلَىٰ يَوْمِ الْوَقْتِ الْمَعْلُومِ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the Day of the known time, the first Blowing of the Horn.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بِمَآ أَغْوَيْتَنِي لَأُزَيِّنَنَّ لَهُمْ فِي الْأَرْضِ وَلَأُغْوِيَنَّهُمْ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because You let me go astray, I will make sins look attractive to them on earth and mislead them all,</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عِبَادَكَ مِنْهُمُ الْمُخْلَصِينَ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Your servants among them whom You have made sincere in obeying You.</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هَٰذَا صِرَٰطٌ عَلَيَّ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This is a straight path leading to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عِبَادِي لَيْسَ لَكَ عَلَيْهِمْ سُلْطَٰنٌ إِلَّا مَنِ اتَّبَعَكَ مِنَ الْغَاوِينَ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Over My believing servants you have no power, except those astray who follow you.</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جَهَنَّمَ لَمَوْعِدُهُمْ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Hell is the promised place for all of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لَهَا سَبْعَةُ أَبْوَٰبٍ لِّكُلِّ بَابٍ مِّنْهُمْ جُزْءٌ مَّقْسُومٌ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has seven gates, and each gate has a set share of them.</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الْمُتَّقِينَ فِي جَنَّـٰتٍ وَعُيُونٍ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with taqwa will be among gardens and flowing springs.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ادْخُلُوهَا بِسَلَٰمٍ ءَامِنِينَ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to them: Enter it in peace and safety.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وَنَزَعْنَا مَا فِي صُدُورِهِم مِّنْ غِلٍّ إِخْوَٰنًا عَلَىٰ سُرُرٍ مُّتَقَٰبِلِينَ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remove any bitterness from their chests; they will be brothers on couches facing one another.</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يَمَسُّهُمْ فِيهَا نَصَبٌ وَمَا هُم مِّنْهَا بِمُخْرَجِينَ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tiredness will touch them there, and they will never be taken out of it.</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نَبِّئْ عِبَادِي أَنِّي أَنَا الْغَفُورُ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Tell My servants that I am the Forgiving,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عَذَابِي هُوَ الْعَذَابُ الْأَلِيمُ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My punishment is the painful punishment.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وَنَبِّئْهُمْ عَن ضَيْفِ إِبْرَٰهِيمَ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tell them about Ibrahim's guests, the angels.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دَخَلُواْ عَلَيْهِ فَقَالُواْ سَلَٰمًا قَالَ إِنَّا مِنكُمْ وَجِلُونَ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came in to him and said: Peace. He said: We are afraid of you.</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لَا تَوْجَلْ إِنَّا نُبَشِّرُكَ بِغُلَٰمٍ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Do not be afraid; we give you good news of a knowledgeable son, Ishaq.</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54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أَبَشَّرْتُمُونِي عَلَىٰ أَن مَّسَّنِيَ الْكِبَرُ فَبِمَ تُبَشِّرُونَ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in amazement: Do you give me good news of a child when old age has reached me? What good news are you giving?</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بَشَّرْنَٰكَ بِالْحَقِّ فَلَا تَكُن مِّنَ الْقَٰنِطِينَ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give you good news in truth, so do not be among those who lose hope.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وَمَن يَقْنَطُ مِن رَّحْمَةِ رَبِّهِ إِلَّا الضَّآلُّونَ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Who loses hope in his Lord's mercy except those who are astray?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فَمَا خَطْبُكُمْ أَيُّهَا الْمُرْسَلُونَ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Then what is your mission, O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إِنَّآ أُرْسِلْنَآ إِلَىٰ قَوْمٍ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have been sent to a criminal people, the people of Lut,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ءَالَ لُوطٍ إِنَّا لَمُنَجُّوهُمْ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the family of Lut; we will save them all,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امْرَأَتَهُ قَدَّرْنَآ إِنَّهَا لَمِنَ الْغَٰبِرِينَ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his wife; We have decreed that she will be among those destroyed.</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 ءَالَ لُوطٍ الْمُرْسَلُونَ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messengers came to the family of Lut,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إِنَّكُمْ قَوْمٌ مُّنكَرُونَ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Lut said: You are people I do not know.</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بَلْ جِئْنَٰكَ بِمَا كَانُواْ فِيهِ يَمْتَرُونَ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Rather, we have come to you with the punishment your people used to doubt,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وَأَتَيْنَٰكَ بِالْحَقِّ وَإِنَّا لَصَٰدِقُونَ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have brought you the truth, and we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فَأَسْرِ بِأَهْلِكَ بِقِطْعٍ مِّنَ الَّيْلِ وَاتَّبِعْ أَدْبَٰرَهُمْ وَلَا يَلْتَفِتْ مِنكُمْ أَحَدٌ وَامْضُواْ حَيْثُ تُؤْمَرُونَ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leave with your family in part of the night, walk behind them, let none of you look back, and go where you are commanded.</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وَقَضَيْنَآ إِلَيْهِ ذَٰلِكَ الْأَمْرَ أَنَّ دَابِرَ هَـٰؤُلَآءِ مَقْطُوعٌ مُّصْبِحِينَ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known to him this matter: these people will be wiped out by the morning.</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 أَهْلُ الْمَدِينَةِ يَسْتَبْشِرُونَ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city came, happy about the guests, wanting to harm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 هَـٰؤُلَآءِ ضَيْفِي فَلَا تَفْضَحُونِ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Lut said: These are my guests, so do not disgrace me.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وَاتَّقُواْ اللَّهَ وَلَا تُخْزُونِ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taqwa of Allah and do not shame me.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أَوَلَمْ نَنْهَكَ عَنِ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Did we not forbid you from hosting anyone?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هَـٰؤُلَآءِ بَنَاتِي إِن كُنتُمْ فَٰعِلِينَ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Here are my daughters, meaning the women of his nation; marry them, if you must act.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لَعَمْرُكَ إِنَّهُمْ لَفِي سَكْرَتِهِمْ يَعْمَهُونَ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life of the Prophet (peace be upon him): they were wandering blindly in their heedlessness and misguidance.</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فَأَخَذَتْهُمُ الصَّيْحَةُ مُشْرِقِينَ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Blast seized them at sunrise,</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فَجَعَلْنَا عَٰلِيَهَا سَافِلَهَا وَأَمْطَرْنَا عَلَيْهِمْ حِجَارَةً مِّن سِجِّيلٍ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turned their towns upside down and rained down on them stones of hardened clay.</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لَأيَٰتٍ لِّلْمُتَوَسِّمِينَ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are signs for those who reflect.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76 – 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وَإِنَّهَا لَبِسَبِيلٍ مُّقِيمٍ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towns are on a road still travelled by people.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ذَٰلِكَ لَأيَةً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that is a sign for the believers.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كَانَ أَصْحَٰبُ الْأَيْكَةِ لَظَٰلِمِينَ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thick forest, the people of Shu'ayb, were also wrongdoers,</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فَانتَقَمْنَا مِنْهُمْ وَإِنَّهُمَا لَبِإِمَامٍ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took revenge on them. Both the towns of Lut's people and Shu'ayb's people are on a clear highway.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80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كَذَّبَ أَصْحَٰبُ الْحِجْرِ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Al-Hijr, Thamud, the people of Salih, denied the messengers.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وَءَاتَيْنَٰهُمْ ءَايَٰتِنَا فَكَانُواْ عَنْهَا مُعْرِضِينَ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them Our signs, including the she-camel, but they turned away from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وَكَانُواْ يَنْحِتُونَ مِنَ الْجِبَالِ بُيُوتًا ءَامِنِينَ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used to carve homes out of the mountains, feeling safe.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فَأَخَذَتْهُمُ الصَّيْحَةُ مُصْبِحِينَ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Blast seized them in the morning,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أَغْنَىٰ عَنْهُم 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they had earned of homes and wealth did not help them.</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خَلَقْنَا السَّمَٰوَٰتِ وَالْأَرْضَ وَمَا بَيْنَهُمَآ إِلَّا بِالْحَقِّ وَإِنَّ السَّاعَةَ لَأتِيَةٌ فَاصْفَحِ الصَّفْحَ الْجَمِيلَ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create the heavens and the earth and what is between them except with truth, and the Hour will surely come. So forgive the idol-worshippers with a gracious forgiveness.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 هُوَ الْخَلَّـٰقُ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the Creator of all,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87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ءَاتَيْنَٰكَ سَبْعًا مِّنَ الْمَثَانِي وَالْقُرْءَانَ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given you the seven oft-repeated verses, Surah Al-Fatihah, and the Great Qur'an.</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تَمُدَّنَّ عَيْنَيْكَ إِلَىٰ مَا مَتَّعْنَا بِهِ أَزْوَٰجًا مِّنْهُمْ وَلَا تَحْزَنْ عَلَيْهِمْ وَاخْفِضْ جَنَاحَكَ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look longingly at the enjoyment We have given some kinds of disbelievers, do not grieve over them, and be gentle with the believers.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إِنِّي أَنَا النَّذِيرُ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I am the clear warner,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كَمَآ أَنزَلْنَا عَلَى الْمُقْتَسِمِينَ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We sent down punishment on those who divided Allah's Books,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جَعَلُواْ الْقُرْءَانَ عِضِينَ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split the Qur'an into parts, believing in some and disbelieving in others.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فَوَرَبِّكَ لَنَسْـَٔلَنَّهُمْ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by your Lord, We will surely ask them all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about what they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94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فَاصْدَعْ بِمَا تُؤْمَرُ وَأَعْرِضْ عَنِ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declare openly what you are commanded, and turn away from the idol-worshippers.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كَفَيْنَٰكَ الْمُسْتَهْزِءِينَ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are enough for you against the mockers; We destroyed them,</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يَجْعَلُونَ مَعَ اللَّهِ إِلَٰهًا ءَاخَرَ فَسَوْفَ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set up another god with Allah. They will come to know.</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نَعْلَمُ أَنَّكَ يَضِيقُ صَدْرُكَ بِمَا يَقُولُونَ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that your chest feels tight because of what they say.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Al-Hijr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99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532888"/>
            <a:ext cx="548640" cy="548640"/>
          </a:xfrm>
          <a:prstGeom prst="star8">
            <a:avLst/>
          </a:prstGeom>
          <a:solidFill>
            <a:schemeClr val="accent2"/>
          </a:solidFill>
          <a:ln/>
        </p:spPr>
      </p:sp>
      <p:sp>
        <p:nvSpPr>
          <p:cNvPr id="6" name="Shape 4"/>
          <p:cNvSpPr/>
          <p:nvPr/>
        </p:nvSpPr>
        <p:spPr>
          <a:xfrm>
            <a:off x="822960" y="264261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53288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251460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فَسَبِّحْ بِحَمْدِ رَبِّكَ وَكُن مِّنَ السَّـٰجِدِينَ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glorify your Lord with praise and be among those who pray and prostrate,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390906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وَاعْبُدْ رَبَّكَ حَتَّىٰ يَأْتِيَكَ الْيَقِينُ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worship your Lord until certainty, death, comes to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Image 0" descr="assets14/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 Allah, make the Mighty Qur'an the spring of our hearts, the light of our chests, the remover of our sadness and the reliever of our worries."</a:t>
            </a:r>
            <a:endParaRPr lang="en-US" sz="2100" dirty="0"/>
          </a:p>
        </p:txBody>
      </p:sp>
      <p:pic>
        <p:nvPicPr>
          <p:cNvPr id="5" name="Image 1" descr="assets14/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14 Tafsir EN">
  <a:themeElements>
    <a:clrScheme name="Juz 14 Tafsir EN">
      <a:dk1>
        <a:srgbClr val="2D2328"/>
      </a:dk1>
      <a:lt1>
        <a:srgbClr val="FFFFFF"/>
      </a:lt1>
      <a:dk2>
        <a:srgbClr val="8A3A5C"/>
      </a:dk2>
      <a:lt2>
        <a:srgbClr val="FCF7F9"/>
      </a:lt2>
      <a:accent1>
        <a:srgbClr val="8A3A5C"/>
      </a:accent1>
      <a:accent2>
        <a:srgbClr val="C9A04A"/>
      </a:accent2>
      <a:accent3>
        <a:srgbClr val="A35074"/>
      </a:accent3>
      <a:accent4>
        <a:srgbClr val="6B6066"/>
      </a:accent4>
      <a:accent5>
        <a:srgbClr val="F3E6EC"/>
      </a:accent5>
      <a:accent6>
        <a:srgbClr val="2F6B5E"/>
      </a:accent6>
      <a:hlink>
        <a:srgbClr val="A35074"/>
      </a:hlink>
      <a:folHlink>
        <a:srgbClr val="6B6066"/>
      </a:folHlink>
    </a:clrScheme>
    <a:fontScheme name="Juz 14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86</Slides>
  <Notes>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Rubama — Simplified Tafsir from Ibn Kathir</dc:title>
  <dc:subject>PptxGenJS Presentation</dc:subject>
  <dc:creator>Qur'an Teacher</dc:creator>
  <cp:lastModifiedBy>Qur'an Teacher</cp:lastModifiedBy>
  <cp:revision>1</cp:revision>
  <dcterms:created xsi:type="dcterms:W3CDTF">2026-10-04T04:40:53Z</dcterms:created>
  <dcterms:modified xsi:type="dcterms:W3CDTF">2026-10-04T04:40:53Z</dcterms:modified>
</cp:coreProperties>
</file>
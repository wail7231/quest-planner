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0be975f-55a8-71ae-0f1d-28b79b71dccd}">
          <p14:sldIdLst>
            <p14:sldId id="256"/>
            <p14:sldId id="257"/>
            <p14:sldId id="258"/>
          </p14:sldIdLst>
        </p14:section>
        <p14:section name="Surah Al-Hajj" id="{046365d1-71b9-fe9f-ff1b-07ab6638a2cd}">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Surah Al-Anbiya'" id="{75c02185-68f4-23c2-cb50-1b50a8dd6320}">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Lst>
        </p14:section>
        <p14:section name="Closing" id="{2ae245a1-5ac9-0bd3-adf0-a344fbab9f5c}">
          <p14:sldIdLst>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Al-Hajj and then move back to Surah Al-Anbiya'.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Why do we offer sacrifices? What reaches Allah from them (verse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Yunus say in the belly of the whale (verse 87)? When do we make this prayer?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7/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7/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7/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4.xml"/><Relationship Id="rId4"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7/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Iqtarab</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7/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17 • Surah Al-Hajj, then Surah Al-Anbiya'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navy blue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Al-Hajj and moves back to Surah Al-Anbiya'</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Al-Hajj</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Al-Anbiya'</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Al-Hajj</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78 verses • The Pilgrimage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'Ali (may Allah be pleased with him) said: This verse was revealed about us: “These are two opposing groups who argue about their Lord”; they were those who duelled at Badr: 'Ali, Hamzah and 'Ubaydah ibn Al-Harith against 'Utbah, Shaybah and Al-Walid ibn 'Utbah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terrors of the Hour and proofs of the Resurrection, Ibrahim building the House and calling people to Hajj, the rites of Hajj and honouring Allah's symbols, permission for the believers to defend themselves, and the example of the fly that shows the helplessness of idols.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اتَّقُواْ رَبَّكُمْ إِنَّ زَلْزَلَةَ السَّاعَةِ شَيْءٌ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have taqwa of your Lord. The earthquake of the Hour is a tremendous thing.</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تَرَوْنَهَا تَذْهَلُ كُلُّ مُرْضِعَةٍ عَمَّآ أَرْضَعَتْ وَتَضَعُ كُلُّ ذَاتِ حَمْلٍ حَمْلَهَا وَتَرَى النَّاسَ سُكَٰرَىٰ وَمَا هُم بِسُكَٰرَىٰ وَلَٰكِنَّ عَذَابَ اللَّهِ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you see it, every nursing mother will forget her baby from terror, every pregnant one will lose her burden, and you will see people as if drunk with fear, though they are not drunk; but Allah's punishment is severe.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يُجَٰدِلُ فِي اللَّهِ بِغَيْرِ عِلْمٍ وَيَتَّبِعُ كُلَّ شَيْطَٰنٍ مَّرِيدٍ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is one who argues about Allah without knowledge and follows every rebellious devil.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عَلَيْهِ أَنَّهُ مَن تَوَلَّاهُ فَأَنَّهُ يُضِلُّهُ وَيَهْدِيهِ إِلَىٰ عَذَابِ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written for Satan that whoever follows him, he will mislead him and lead him to the punishment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81328"/>
            <a:ext cx="548640" cy="548640"/>
          </a:xfrm>
          <a:prstGeom prst="star8">
            <a:avLst/>
          </a:prstGeom>
          <a:solidFill>
            <a:schemeClr val="accent2"/>
          </a:solidFill>
          <a:ln/>
        </p:spPr>
      </p:sp>
      <p:sp>
        <p:nvSpPr>
          <p:cNvPr id="6" name="Shape 4"/>
          <p:cNvSpPr/>
          <p:nvPr/>
        </p:nvSpPr>
        <p:spPr>
          <a:xfrm>
            <a:off x="822960" y="159105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813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463040"/>
            <a:ext cx="10012680" cy="448970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إِن كُنتُمْ فِي رَيْبٍ مِّنَ الْبَعْثِ فَإِنَّا خَلَقْنَٰكُم مِّن تُرَابٍ ثُمَّ مِن نُّطْفَةٍ ثُمَّ مِنْ عَلَقَةٍ ثُمَّ مِن مُّضْغَةٍ مُّخَلَّقَةٍ وَغَيْرِ مُخَلَّقَةٍ لِّنُبَيِّنَ لَكُمْ وَنُقِرُّ فِي الْأَرْحَامِ مَا نَشَآءُ إِلَىٰ أَجَلٍ مُّسَمًّى ثُمَّ نُخْرِجُكُمْ طِفْلًا ثُمَّ لِتَبْلُغُواْ أَشُدَّكُمْ وَمِنكُم مَّن يُتَوَفَّىٰ وَمِنكُم مَّن يُرَدُّ إِلَىٰ أَرْذَلِ الْعُمُرِ لِكَيْلَا يَعْلَمَ مِن بَعْدِ عِلْمٍ شَيْـًٔا وَتَرَى الْأَرْضَ هَامِدَةً فَإِذَآ أَنزَلْنَا عَلَيْهَا الْمَآءَ اهْتَزَّتْ وَرَبَتْ وَأَنبَتَتْ مِن كُلِّ زَوْجٍ بَهِيجٍ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if you are in doubt about the Resurrection, think: We created your father from dust, then you from a drop of fluid, then from a clot, then from a lump of flesh, shaped and unshaped, to show you Our power. We keep in the wombs what We will until the time of birth, then bring you out as babies, then let you reach your full strength. Some of you die, and some are brought back to the weakest age so that after knowing much they know nothing. And you see the earth dry, but when We send down rain on it, it stirs with plants, swells and grows every beautiful kind.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هُوَ الْحَقُّ وَأَنَّهُ يُحْيِ الْمَوْتَىٰ وَأَنَّهُ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Allah is the Truth, He gives life to the dead, and He has power over all things,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السَّاعَةَ ءَاتِيَةٌ لَّا رَيْبَ فِيهَا وَأَنَّ اللَّهَ يَبْعَثُ مَن فِي الْقُبُورِ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Hour is coming, with no doubt about it, and Allah will raise those in the graves.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يُجَٰدِلُ فِي اللَّهِ بِغَيْرِ عِلْمٍ وَلَا هُدًى وَلَا كِتَٰبٍ مُّنِيرٍ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is one who argues about Allah without knowledge, guidance or an enlightening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ثَانِيَ عِطْفِهِ لِيُضِلَّ عَن سَبِيلِ اللَّهِ لَهُ فِي الدُّنْيَا خِزْيٌ وَنُذِيقُهُ يَوْمَ الْقِيَٰمَةِ عَذَابَ الْحَرِيقِ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turning his neck in arrogance to mislead people from Allah's religion. He will have disgrace in this world, and on the Day of Resurrection We will make him taste the punishment of burning.</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بِمَا قَدَّمَتْ يَدَاكَ وَأَنَّ اللَّهَ لَيْسَ بِظَلَّـٰمٍ لِّلْعَبِيدِ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him: That is for what your hands sent ahead, and Allah is never unjust to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يَعْبُدُ اللَّهَ عَلَىٰ حَرْفٍ فَإِنْ أَصَابَهُ خَيْرٌ اطْمَأَنَّ بِهِ وَإِنْ أَصَابَتْهُ فِتْنَةٌ انقَلَبَ عَلَىٰ وَجْهِهِ خَسِرَ الدُّنْيَا وَالْأخِرَةَ ذَٰلِكَ هُوَ الْخُسْرَانُ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is one who worships Allah on the edge, with doubt. If good comes to him, he is content with it; but if a trial strikes him, he turns back from his religion. He has lost this world and the Hereafter; that is the clear loss.</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يَدْعُواْ مِن دُونِ اللَّهِ مَا لَا يَضُرُّهُ وَمَا لَا يَنفَعُهُ ذَٰلِكَ هُوَ الضَّلَٰلُ الْبَعِيدُ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calls besides Allah on what can neither harm nor benefit him; that is going far astray.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يَدْعُواْ لَمَن ضَرُّهُ أَقْرَبُ مِن نَّفْعِهِ لَبِئْسَ الْمَوْلَىٰ وَلَبِئْسَ الْعَشِيرُ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calls on one whose harm is nearer than his benefit. What an evil protector and what an evil companion!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يُدْخِلُ الَّذِينَ ءَامَنُواْ وَعَمِلُواْ الصَّـٰلِحَٰتِ جَنَّـٰتٍ تَجْرِي مِن تَحْتِهَا الْأَنْهَٰرُ إِنَّ اللَّهَ يَفْعَلُ مَا يُرِيدُ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admit the righteous believers to Gardens with rivers flowing beneath them. Allah does what He wants.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يَظُنُّ أَن لَّن يَنصُرَهُ اللَّهُ فِي الدُّنْيَا وَالْأخِرَةِ فَلْيَمْدُدْ بِسَبَبٍ إِلَى السَّمَآءِ ثُمَّ لْيَقْطَعْ فَلْيَنظُرْ هَلْ يُذْهِبَنَّ كَيْدُهُ مَا يَغِيظُ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thinks that Allah will not help His Prophet in this world and the Hereafter, let him stretch a rope to his ceiling and choke himself, then see if that removes his rage. Allah will surely help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أَنزَلْنَٰهُ ءَايَٰتٍ بَيِّنَٰتٍ وَأَنَّ اللَّهَ يَهْدِي مَن يُرِيدُ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have sent down the Qur'an as clear verses, and Allah guides whom He wants.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وَالَّذِينَ هَادُواْ وَالصَّـٰبِـِٔينَ وَالنَّصَٰرَىٰ وَالْمَجُوسَ وَالَّذِينَ أَشْرَكُواْ إِنَّ اللَّهَ يَفْصِلُ بَيْنَهُمْ يَوْمَ الْقِيَٰمَةِ إِنَّ اللَّهَ عَلَىٰ كُلِّ شَيْءٍ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the Jews, the Sabians, the Christians, the Magians and the idol-worshippers, Allah will judge between them on the Day of Resurrection. Allah is Witness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يَسْجُدُ لَهُ مَن فِي السَّمَٰوَٰتِ وَمَن فِي الْأَرْضِ وَالشَّمْسُ وَالْقَمَرُ وَالنُّجُومُ وَالْجِبَالُ وَالشَّجَرُ وَالدَّوَآبُّ وَكَثِيرٌ مِّنَ النَّاسِ وَكَثِيرٌ حَقَّ عَلَيْهِ الْعَذَابُ وَمَن يُهِنِ اللَّهُ فَمَا لَهُ مِن مُّكْرِمٍ إِنَّ اللَّهَ يَفْعَلُ مَا يَشَآءُ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to Allah bow down everyone in the heavens and on earth, the sun, the moon, the stars, the mountains, the trees, the animals, and many people, while many deserve punishment? Whoever Allah disgraces has no one to honour him. Allah does what He wills. This is a place of prostration in recitation.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هَٰذَانِ خَصْمَانِ اخْتَصَمُواْ فِي رَبِّهِمْ فَالَّذِينَ كَفَرُواْ قُطِّعَتْ لَهُمْ ثِيَابٌ مِّن نَّارٍ يُصَبُّ مِن فَوْقِ رُءُوسِهِمُ الْحَمِيمُ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two opposing groups who argue about their Lord, the believers and the disbelievers. For the disbelievers, garments of fire will be cut, and boiling water will be poured over their heads. It was revealed about those who duelled at Badr (Bukhari).</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يُصْهَرُ بِهِ مَا فِي بُطُونِهِمْ وَالْجُلُودُ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it, what is in their bellies and their skins will be melted,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وَلَهُم مَّقَٰمِعُ مِنْ حَدِيدٍ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there will be iron hooks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كُلَّمَآ أَرَادُواْ أَن يَخْرُجُواْ مِنْهَا مِنْ غَمٍّ أُعِيدُواْ فِيهَا وَذُوقُواْ عَذَابَ الْحَرِيقِ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Whenever they want to get out of it from distress, they will be put back into it: Taste the punishment of burning!</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يُدْخِلُ الَّذِينَ ءَامَنُواْ وَعَمِلُواْ الصَّـٰلِحَٰتِ جَنَّـٰتٍ تَجْرِي مِن تَحْتِهَا الْأَنْهَٰرُ يُحَلَّوْنَ فِيهَا مِنْ أَسَاوِرَ مِن ذَهَبٍ وَلُؤْلُؤًا وَلِبَاسُهُمْ فِيهَا حَرِيرٌ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admit the righteous believers to Gardens with rivers flowing beneath them. They will be adorned there with bracelets of gold and pearls, and their clothing there will be silk.</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وَهُدُواْ إِلَى الطَّيِّبِ مِنَ الْقَوْلِ وَهُدُواْ إِلَىٰ صِرَٰطِ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guided in the world to good words, like tawhid, and guided to the path of the Praiseworthy.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وَيَصُدُّونَ عَن سَبِيلِ اللَّهِ وَالْمَسْجِدِ الْحَرَامِ الَّذِي جَعَلْنَٰهُ لِلنَّاسِ سَوَآءً الْعَٰكِفُ فِيهِ وَالْبَادِ وَمَن يُرِدْ فِيهِ بِإِلْحَادٍ بِظُلْمٍ نُّذِقْهُ مِنْ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who block people from Allah's religion and from Al-Masjid Al-Haram, which We made for all people equally, those living there and visitors, whoever intends to turn away from the truth there by wrongdoing, We will make him taste a painful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بَوَّأْنَا لِإِبْرَٰهِيمَ مَكَانَ الْبَيْتِ أَن لَّا تُشْرِكْ بِي شَيْـًٔا وَطَهِّرْ بَيْتِيَ لِلطَّآئِفِينَ وَالْقَآئِمِينَ وَالرُّكَّعِ السُّجُودِ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showed Ibrahim the place of the House so he could build it: Associate nothing with Me, and purify My House for those who circle it, those who stand in prayer, and those who bow and prostrate.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وَأَذِّن فِي النَّاسِ بِالْحَجِّ يَأْتُوكَ رِجَالًا وَعَلَىٰ كُلِّ ضَامِرٍ يَأْتِينَ مِن كُلِّ فَجٍّ عَمِيقٍ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announce the Hajj to people; they will come to you on foot and on every lean camel, coming from every distant road,</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لِّيَشْهَدُواْ مَنَٰفِعَ لَهُمْ وَيَذْكُرُواْ اسْمَ اللَّهِ فِي أَيَّامٍ مَّعْلُومَٰتٍ عَلَىٰ مَا رَزَقَهُم مِّن بَهِيمَةِ الْأَنْعَٰمِ فَكُلُواْ مِنْهَا وَأَطْعِمُواْ الْبَآئِسَ الْفَقِيرَ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they witness benefits for themselves in religion and life, and mention Allah's name on the days of sacrifice over the livestock He has provided them. So eat from it and feed the poor in need.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لْيَقْضُواْ تَفَثَهُمْ وَلْيُوفُواْ نُذُورَهُمْ وَلْيَطَّوَّفُواْ بِالْبَيْتِ الْعَتِيقِ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let them remove the untidiness of ihram by shaving and cutting nails, fulfil their vows, and circle the Ancient House, the Ka'bah.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وَمَن يُعَظِّمْ حُرُمَٰتِ اللَّهِ فَهُوَ خَيْرٌ لَّهُ عِندَ رَبِّهِ وَأُحِلَّتْ لَكُمُ الْأَنْعَٰمُ إِلَّا مَا يُتْلَىٰ عَلَيْكُمْ فَاجْتَنِبُواْ الرِّجْسَ مِنَ الْأَوْثَٰنِ وَاجْتَنِبُواْ قَوْلَ الزُّورِ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command. Whoever honours what Allah has made sacred, it is better for him with his Lord. Livestock are lawful for you except what is recited to you as forbidden. So avoid the filth of idol-worship and avoid false speech,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حُنَفَآءَ لِلَّهِ غَيْرَ مُشْرِكِينَ بِهِ وَمَن يُشْرِكْ بِاللَّهِ فَكَأَنَّمَا خَرَّ مِنَ السَّمَآءِ فَتَخْطَفُهُ الطَّيْرُ أَوْ تَهْوِي بِهِ الرِّيحُ فِي مَكَانٍ سَحِيقٍ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being upright for Allah, not associating anything with Him. Whoever associates partners with Allah, it is as if he fell from the sky and was snatched by birds or blown by the wind to a faraway place and destroyed.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وَمَن يُعَظِّمْ شَعَـٰئِرَ اللَّهِ فَإِنَّهَا مِن تَقْوَى الْقُلُوبِ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command. Whoever honours Allah's symbols, like the sacrificial animals and the rites of Hajj, that is from the taqwa of the hearts.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لَكُمْ فِيهَا مَنَٰفِعُ إِلَىٰ أَجَلٍ مُّسَمًّى ثُمَّ مَحِلُّهَآ إِلَى الْبَيْتِ الْعَتِيقِ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benefits from the sacrificial animals, like riding and milk, until the time of sacrifice, then their place of sacrifice is near the Ancient House in the sacred area.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أُمَّةٍ جَعَلْنَا مَنسَكًا لِّيَذْكُرُواْ اسْمَ اللَّهِ عَلَىٰ مَا رَزَقَهُم مِّن بَهِيمَةِ الْأَنْعَٰمِ فَإِلَٰهُكُمْ إِلَٰهٌ وَٰحِدٌ فَلَهُ أَسْلِمُواْ وَبَشِّرِ الْمُخْبِتِينَ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every nation We prescribed a sacrifice to come close to Allah, so that they mention Allah's name over the livestock He has provided them. Your God is One God, so submit to Him, and give good news to the humble,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إِذَا ذُكِرَ اللَّهُ وَجِلَتْ قُلُوبُهُمْ وَالصَّـٰبِرِينَ عَلَىٰ مَآ أَصَابَهُمْ وَالْمُقِيمِي الصَّلَوٰةِ وَمِمَّا رَزَقْنَٰهُمْ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whose hearts tremble when Allah is mentioned, who are patient with what strikes them, who establish the prayer, and who spend from what We have provided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وَالْبُدْنَ جَعَلْنَٰهَا لَكُم مِّن شَعَـٰئِرِ اللَّهِ لَكُمْ فِيهَا خَيْرٌ فَاذْكُرُواْ اسْمَ اللَّهِ عَلَيْهَا صَوَآفَّ فَإِذَا وَجَبَتْ جُنُوبُهَا فَكُلُواْ مِنْهَا وَأَطْعِمُواْ الْقَانِعَ وَالْمُعْتَرَّ كَذَٰلِكَ سَخَّرْنَٰهَا لَكُمْ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camels among Allah's symbols for you; there is good for you in them. So mention Allah's name over them when they are standing in rows for sacrifice. When they have fallen on their sides, eat from them and feed the content poor and the one who asks. In this way We have made them serve you so that you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 يَنَالَ اللَّهَ لُحُومُهَا وَلَا دِمَآؤُهَا وَلَٰكِن يَنَالُهُ التَّقْوَىٰ مِنكُمْ كَذَٰلِكَ سَخَّرَهَا لَكُمْ لِتُكَبِّرُواْ اللَّهَ عَلَىٰ مَا هَدَىٰكُمْ وَبَشِّرِ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Neither their meat nor their blood reaches Allah; what reaches Him is your taqwa and sincerity. In this way He has made them serve you, so that you glorify Allah for guiding you. And give good news to those who do good.</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يُدَٰفِعُ عَنِ الَّذِينَ ءَامَنُواْ إِنَّ اللَّهَ لَا يُحِبُّ كُلَّ خَوَّانٍ 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defends the believers against their enemies' plots. Allah does not love any ungrateful traitor.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95603"/>
            <a:ext cx="548640" cy="548640"/>
          </a:xfrm>
          <a:prstGeom prst="star8">
            <a:avLst/>
          </a:prstGeom>
          <a:solidFill>
            <a:schemeClr val="accent2"/>
          </a:solidFill>
          <a:ln/>
        </p:spPr>
      </p:sp>
      <p:sp>
        <p:nvSpPr>
          <p:cNvPr id="6" name="Shape 4"/>
          <p:cNvSpPr/>
          <p:nvPr/>
        </p:nvSpPr>
        <p:spPr>
          <a:xfrm>
            <a:off x="822960" y="150533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956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77315"/>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أُذِنَ لِلَّذِينَ يُقَٰتَلُونَ بِأَنَّهُمْ ظُلِمُواْ وَإِنَّ اللَّهَ عَلَىٰ نَصْرِهِمْ لَقَدِيرٌ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Permission to fight has been given to the believers who are being fought by the idol-worshippers, because they have been wronged, and Allah is surely able to help them. This was the first verse revealed giving permission to fight.</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185541"/>
            <a:ext cx="548640" cy="548640"/>
          </a:xfrm>
          <a:prstGeom prst="star8">
            <a:avLst/>
          </a:prstGeom>
          <a:solidFill>
            <a:schemeClr val="accent2"/>
          </a:solidFill>
          <a:ln/>
        </p:spPr>
      </p:sp>
      <p:sp>
        <p:nvSpPr>
          <p:cNvPr id="11" name="Shape 9"/>
          <p:cNvSpPr/>
          <p:nvPr/>
        </p:nvSpPr>
        <p:spPr>
          <a:xfrm>
            <a:off x="822960" y="3295269"/>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85541"/>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167253"/>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أُخْرِجُواْ مِن دِيَٰرِهِم بِغَيْرِ حَقٍّ إِلَّآ أَن يَقُولُواْ رَبُّنَا اللَّهُ وَلَوْلَا دَفْعُ اللَّهِ النَّاسَ بَعْضَهُم بِبَعْضٍ لَّهُدِّمَتْ صَوَٰمِعُ وَبِيَعٌ وَصَلَوَٰتٌ وَمَسَٰجِدُ يُذْكَرُ فِيهَا اسْمُ اللَّهِ كَثِيرًا وَلَيَنصُرَنَّ اللَّهُ مَن يَنصُرُهُ إِنَّ اللَّهَ لَقَوِيٌّ 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were driven out of their homes unjustly only for saying: Our Lord is Allah. If Allah did not push back the wrongdoers through the believers, monasteries, churches, synagogues and mosques where Allah's name is mentioned often would have been destroyed. Allah will surely help whoever helps His religion. Allah is Strong, Almighty.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إِن مَّكَّنَّـٰهُمْ فِي الْأَرْضِ أَقَامُواْ الصَّلَوٰةَ وَءَاتَوُاْ الزَّكَوٰةَ وَأَمَرُواْ بِالْمَعْرُوفِ وَنَهَوْاْ عَنِ الْمُنكَرِ وَلِلَّهِ عَٰقِبَةُ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if We establish them in the land, establish the prayer, give the zakah, command what is right and forbid what is wrong. And to Allah belongs the outcome of all matters.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يُكَذِّبُوكَ فَقَدْ كَذَّبَتْ قَبْلَهُمْ قَوْمُ نُوحٍ وَعَادٌ وَثَمُودُ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deny you, the people of Nuh, 'Ad and Thamud denied before them,</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وَقَوْمُ إِبْرَٰهِيمَ وَقَوْمُ لُوطٍ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Ibrahim and the people of Lut,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وَأَصْحَٰبُ مَدْيَنَ وَكُذِّبَ مُوسَىٰ فَأَمْلَيْتُ لِلْكَٰفِرِينَ ثُمَّ أَخَذْتُهُمْ فَكَيْفَ كَانَ نَكِيرِ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Madyan, and Musa was denied. I gave the disbelievers time, then I seized them. How was My rejection of them?</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فَكَأَيِّن مِّن قَرْيَةٍ أَهْلَكْنَٰهَا وَهِيَ ظَالِمَةٌ فَهِيَ خَاوِيَةٌ عَلَىٰ عُرُوشِهَا وَبِئْرٍ مُّعَطَّلَةٍ وَقَصْرٍ مَّشِيدٍ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towns We destroyed while they were doing wrong! They lie fallen on their roofs. How many wells are abandoned, and how many high palaces are empty!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يَسِيرُواْ فِي الْأَرْضِ فَتَكُونَ لَهُمْ قُلُوبٌ يَعْقِلُونَ بِهَآ أَوْ ءَاذَانٌ يَسْمَعُونَ بِهَا فَإِنَّهَا لَا تَعْمَى الْأَبْصَٰرُ وَلَٰكِن تَعْمَى الْقُلُوبُ الَّتِي فِي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travelled through the land so that they have hearts to understand with or ears to hear with? It is not the eyes that are blind, but the hearts in the chests.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وَيَسْتَعْجِلُونَكَ بِالْعَذَابِ وَلَن يُخْلِفَ اللَّهُ وَعْدَهُ وَإِنَّ يَوْمًا عِندَ رَبِّكَ كَأَلْفِ سَنَةٍ مِّمَّا تَعُدُّونَ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to hurry the punishment, but Allah will never break His promise. A day with your Lord is like a thousand years of what you count.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وَكَأَيِّن مِّن قَرْيَةٍ أَمْلَيْتُ لَهَا وَهِيَ ظَالِمَةٌ ثُمَّ أَخَذْتُهَا وَإِلَيَّ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towns I gave time to while they were doing wrong, then I seized them, and to Me is the return.</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يَـٰأَيُّهَا النَّاسُ إِنَّمَآ أَنَا لَكُمْ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I am only a clear warner to you.</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فَالَّذِينَ ءَامَنُواْ وَعَمِلُواْ الصَّـٰلِحَٰتِ لَهُم مَّغْفِرَةٌ وَرِزْقٌ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have forgiveness and generous provision.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سَعَوْاْ فِي ءَايَٰتِنَا مُعَٰجِزِينَ أُوْلَـٰئِكَ أَصْحَٰبُ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strive against Our verses, thinking they can defeat Us, they are the people of the Hellfire.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مِن قَبْلِكَ مِن رَّسُولٍ وَلَا نَبِيٍّ إِلَّآ إِذَا تَمَنَّىٰ أَلْقَى الشَّيْطَٰنُ فِي أُمْنِيَّتِهِ فَيَنسَخُ اللَّهُ مَا يُلْقِي الشَّيْطَٰنُ ثُمَّ يُحْكِمُ اللَّهُ ءَايَٰتِهِ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sent a messenger or prophet before you except that when he recited, Satan threw doubts into the minds of the listeners about his recitation. But Allah removes what Satan throws in, then Allah makes His verses firm. Allah is All-Knowing,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لِّيَجْعَلَ مَا يُلْقِي الشَّيْطَٰنُ فِتْنَةً لِّلَّذِينَ فِي قُلُوبِهِم مَّرَضٌ وَالْقَاسِيَةِ قُلُوبُهُمْ وَإِنَّ الظَّـٰلِمِينَ لَفِي شِقَاقٍ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makes the doubts Satan throws in a test for the hypocrites and those whose hearts are hard. The wrongdoers are far from the truth in disagreement.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وَلِيَعْلَمَ الَّذِينَ أُوتُواْ الْعِلْمَ أَنَّهُ الْحَقُّ مِن رَّبِّكَ فَيُؤْمِنُواْ بِهِ فَتُخْبِتَ لَهُ قُلُوبُهُمْ وَإِنَّ اللَّهَ لَهَادِ الَّذِينَ ءَامَنُواْ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 that those given knowledge know that the Qur'an is the truth from your Lord, believe in it, and their hearts humble themselves to it. Allah guides the believers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يَزَالُ الَّذِينَ كَفَرُواْ فِي مِرْيَةٍ مِّنْهُ حَتَّىٰ تَأْتِيَهُمُ السَّاعَةُ بَغْتَةً أَوْ يَأْتِيَهُمْ عَذَابُ يَوْمٍ عَقِيمٍ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will remain in doubt about the Qur'an until the Hour comes upon them suddenly, or the punishment of a day with no good in it comes to them.</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الْمُلْكُ يَوْمَئِذٍ لِّلَّهِ يَحْكُمُ بَيْنَهُمْ فَالَّذِينَ ءَامَنُواْ وَعَمِلُواْ الصَّـٰلِحَٰتِ فِي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kingdom on that Day belongs to Allah alone. He will judge between them. The righteous believers will be in the Gardens of Bliss,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فَأُوْلَـٰئِكَ لَهُمْ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disbelievers who denied Our verses will have a humiliating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هَاجَرُواْ فِي سَبِيلِ اللَّهِ ثُمَّ قُتِلُواْ أَوْ مَاتُواْ لَيَرْزُقَنَّهُمُ اللَّهُ رِزْقًا حَسَنًا وَإِنَّ اللَّهَ لَهُوَ خَيْرُ الرَّـٰزِقِينَ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emigrated for Allah, then were killed or died, Allah will provide for them a good provision in Paradise. Allah is the best of providers.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لَيُدْخِلَنَّهُم مُّدْخَلًا يَرْضَوْنَهُ وَإِنَّ اللَّهَ لَعَلِيمٌ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admit them to a place they will be pleased with, Paradise. Allah is All-Knowing, Forbearing.</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وَمَنْ عَاقَبَ بِمِثْلِ مَا عُوقِبَ بِهِ ثُمَّ بُغِيَ عَلَيْهِ لَيَنصُرَنَّهُ اللَّهُ إِنَّ اللَّهَ لَعَفُوٌّ غَفُورٌ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it is. And whoever punishes someone who wronged him with the like of what was done to him, and then is wronged again, Allah will surely help him. Allah is Pardoning, Forgiving.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يُولِجُ الَّيْلَ فِي النَّهَارِ وَيُولِجُ النَّهَارَ فِي الَّيْلِ وَأَنَّ اللَّهَ سَمِيعٌ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help is because Allah, the All-Powerful, makes the night enter the day and the day enter the night, and Allah is All-Hearing, All-Seeing.</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هُوَ الْحَقُّ وَأَنَّ مَا يَدْعُونَ مِن دُونِهِ هُوَ الْبَٰطِلُ وَأَنَّ اللَّهَ هُوَ الْعَلِيُّ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Allah is the Truth, and what they call on besides Him is falsehood, and Allah is the Most High, the Most Great.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أَنزَلَ مِنَ السَّمَآءِ مَآءً فَتُصْبِحُ الْأَرْضُ مُخْضَرَّةً إِنَّ اللَّهَ لَطِيفٌ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sends down rain from the sky and the earth becomes green with plants? Allah is Most Subtle, All-Aware.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مَا فِي السَّمَٰوَٰتِ وَمَا فِي الْأَرْضِ وَإِنَّ اللَّهَ لَهُوَ الْغَنِيُّ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whatever is in the heavens and on earth, and Allah is Free of need, Praiseworthy.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سَخَّرَ لَكُم مَّا فِي الْأَرْضِ وَالْفُلْكَ تَجْرِي فِي الْبَحْرِ بِأَمْرِهِ وَيُمْسِكُ السَّمَآءَ أَن تَقَعَ عَلَى الْأَرْضِ إِلَّا بِإِذْنِهِ إِنَّ اللَّهَ بِالنَّاسِ لَرَءُوفٌ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has made everything on earth serve you, and the ships sail in the sea by His command, and He holds back the sky from falling on the earth except by His permission? Allah is Kind and Most Merciful to people.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أَحْيَاكُمْ ثُمَّ يُمِيتُكُمْ ثُمَّ يُحْيِيكُمْ إِنَّ الْإِنسَٰنَ لَكَفُورٌ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gave you life, then He will cause you to die, then give you life again for the Resurrection. Man is truly ungrateful.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لِّكُلِّ أُمَّةٍ جَعَلْنَا مَنسَكًا هُمْ نَاسِكُوهُ فَلَا يُنَٰزِعُنَّكَ فِي الْأَمْرِ وَادْعُ إِلَىٰ رَبِّكَ إِنَّكَ لَعَلَىٰ هُدًى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every nation We have set a way of worship they follow, so do not let the idol-worshippers argue with you about sacrifice. Call to your Lord; you are on straight guidance.</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جَٰدَلُوكَ فَقُلِ اللَّهُ أَعْلَمُ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argue with you, say: Allah knows best what you do.</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يَحْكُمُ بَيْنَكُمْ يَوْمَ الْقِيَٰمَةِ فِيمَا كُنتُمْ فِيهِ تَخْتَلِفُونَ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judge between you on the Day of Resurrection about what you used to differ 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تَعْلَمْ أَنَّ اللَّهَ يَعْلَمُ مَا فِي السَّمَآءِ وَالْأَرْضِ إِنَّ ذَٰلِكَ فِي كِتَٰبٍ إِنَّ ذَٰلِكَ عَلَى اللَّهِ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know that Allah knows what is in the sky and the earth? That is written in the Preserved Tablet. That is easy for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وَيَعْبُدُونَ مِن دُونِ اللَّهِ مَا لَمْ يُنَزِّلْ بِهِ سُلْطَٰنًا وَمَا لَيْسَ لَهُم بِهِ عِلْمٌ وَمَا لِلظَّـٰلِمِينَ مِن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worship besides Allah what He has sent down no proof for and what they have no knowledge of, and the wrongdoers will have no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تَعْرِفُ فِي وُجُوهِ الَّذِينَ كَفَرُواْ الْمُنكَرَ يَكَادُونَ يَسْطُونَ بِالَّذِينَ يَتْلُونَ عَلَيْهِمْ ءَايَٰتِنَا قُلْ أَفَأُنَبِّئُكُم بِشَرٍّ مِّن ذَٰلِكُمُ النَّارُ وَعَدَهَا اللَّهُ الَّذِينَ كَفَرُواْ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verses are recited to them, you see rejection on the faces of the disbelievers; they almost attack those who recite Our verses to them. Say: Shall I tell you of something worse than that for you? The Fire, which Allah has promised the disbelievers.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ضُرِبَ مَثَلٌ فَاسْتَمِعُواْ لَهُ إِنَّ الَّذِينَ تَدْعُونَ مِن دُونِ اللَّهِ لَن يَخْلُقُواْ ذُبَابًا وَلَوِ اجْتَمَعُواْ لَهُ وَإِن يَسْلُبْهُمُ الذُّبَابُ شَيْـًٔا لَّا يَسْتَنقِذُوهُ مِنْهُ ضَعُفَ الطَّالِبُ وَالْمَطْلُوبُ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an example is given, so listen to it: Those you call on besides Allah could never create a fly, even if they all came together to do it. And if a fly took something from them, they could not get it back from it. Weak are both the seeker and the sought!</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قَدَرُواْ اللَّهَ حَقَّ قَدْرِهِ إِنَّ اللَّهَ لَقَوِيٌّ 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not honoured Allah as He deserves by associating partners with Him. Allah is Strong, Almighty.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يَصْطَفِي مِنَ الْمَلَـٰئِكَةِ رُسُلًا وَمِنَ النَّاسِ إِنَّ اللَّهَ سَمِيعٌ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chooses messengers from the angels, like Jibril, and from people. Allah is All-Hearing, All-Seeing.</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 مَا بَيْنَ أَيْدِيهِمْ وَمَا خَلْفَهُمْ وَإِلَى اللَّهِ تُرْجَعُ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what is before them and what is behind them, and to Allah all matters return.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ارْكَعُواْ وَاسْجُدُواْ وَاعْبُدُواْ رَبَّكُمْ وَافْعَلُواْ الْخَيْرَ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bow and prostrate in your prayer, worship your Lord, and do good so that you may succeed. This is a place of prostration in recitation.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Al-Hajj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وَجَٰهِدُواْ فِي اللَّهِ حَقَّ جِهَادِهِ هُوَ اجْتَبَىٰكُمْ وَمَا جَعَلَ عَلَيْكُمْ فِي الدِّينِ مِنْ حَرَجٍ مِّلَّةَ أَبِيكُمْ إِبْرَٰهِيمَ هُوَ سَمَّىٰكُمُ الْمُسْلِمِينَ مِن قَبْلُ وَفِي هَٰذَا لِيَكُونَ الرَّسُولُ شَهِيدًا عَلَيْكُمْ وَتَكُونُواْ شُهَدَآءَ عَلَى النَّاسِ فَأَقِيمُواْ الصَّلَوٰةَ وَءَاتُواْ الزَّكَوٰةَ وَاعْتَصِمُواْ بِاللَّهِ هُوَ مَوْلَىٰكُمْ فَنِعْمَ الْمَوْلَىٰ وَنِعْمَ النَّصِيرُ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Strive for Allah as He deserves. He has chosen you and has placed no hardship on you in religion. Hold to the religion of your father Ibrahim. He named you Muslims before and in this Qur'an, so that the Messenger may be a witness over you and you may be witnesses over the nations. So establish the prayer, give the zakah and hold firmly to Allah. He is your Protector; what an excellent Protector and what an excellent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Al-Anbiya'</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112 verses • The Prophets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When “You and what you worship besides Allah are the fuel of Hell” was revealed, the idol-worshippers said: 'Isa and the angels are worshipped; are they in the Fire? So Allah revealed: “Those for whom the best has already been decided by Us will be kept far from it” (mentioned by Ibn Kathir from Ibn 'Abbas).</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Reckoning drawing near while people are heedless, proofs of tawhid in the universe, then the procession of prophets: Ibrahim breaking the idols, Lut, Nuh, Dawud, Sulayman, Ayyub, Yunus and Zakariyya, and that the Prophet (peace be upon him) is a mercy to the worlds.</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اقْتَرَبَ لِلنَّاسِ حِسَابُهُمْ وَهُمْ فِي غَفْلَةٍ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People's reckoning has come near, yet they are heedless, turning away from preparing for it.</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يَأْتِيهِم مِّن ذِكْرٍ مِّن رَّبِّهِم مُّحْدَثٍ إِلَّا اسْتَمَعُوهُ وَهُمْ يَلْعَبُونَ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newly revealed reminder comes to them from their Lord but they listen to it while playing,</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لَاهِيَةً قُلُوبُهُمْ وَأَسَرُّواْ النَّجْوَى الَّذِينَ ظَلَمُواْ هَلْ هَٰذَآ إِلَّا بَشَرٌ مِّثْلُكُمْ أَفَتَأْتُونَ السِّحْرَ وَأَنتُمْ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their hearts distracted. The wrongdoers whispered secretly: Is Muhammad anything but a human like you? Will you go along with magic while you can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رَبِّي يَعْلَمُ الْقَوْلَ فِي السَّمَآءِ وَالْأَرْضِ وَهُوَ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 said: My Lord knows every word in the sky and on earth, and He is the All-Hearing, the All-Knowing.</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قَالُواْ أَضْغَٰثُ أَحْلَٰمٍ بَلِ افْتَرَىٰهُ بَلْ هُوَ شَاعِرٌ فَلْيَأْتِنَا بِـَٔايَةٍ كَمَآ أُرْسِلَ الْأَوَّلُونَ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they said: The Qur'an is mixed-up dreams; no, he made it up; no, he is a poet. Let him bring us a sign as the earlier prophets were sent with.</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ءَامَنَتْ قَبْلَهُم مِّن قَرْيَةٍ أَهْلَكْنَٰهَآ أَفَهُمْ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town before them that asked for miracles believed when they came, so We destroyed it. Will these then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قَبْلَكَ إِلَّا رِجَالًا نُّوحِي إِلَيْهِمْ فَسْـَٔلُواْ أَهْلَ الذِّكْرِ إِن كُنتُمْ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before you only men, humans to whom We gave revelation. So ask the people of knowledge of the earlier Books if you do not know.</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جَعَلْنَٰهُمْ جَسَدًا لَّا يَأْكُلُونَ الطَّعَامَ وَمَا كَانُواْ خَٰلِدِينَ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make the messengers bodies that did not eat food, nor did they live forever in this world.</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صَدَقْنَٰهُمُ الْوَعْدَ فَأَنجَيْنَٰهُمْ وَمَن نَّشَآءُ وَأَهْلَكْنَا الْمُسْرِفِينَ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fulfilled Our promise of help to the messengers, saved them and whichever believers We willed, and destroyed those who went too far.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أَنزَلْنَآ إِلَيْكُمْ كِتَٰبًا فِيهِ ذِكْرُكُمْ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to you a Book in which is your honour and glory. Will you not use your minds?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قَصَمْنَا مِن قَرْيَةٍ كَانَتْ ظَالِمَةً وَأَنشَأْنَا بَعْدَهَا قَوْمًا ءَاخَرِينَ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wrongdoing towns We destroyed, and raised up other people after them!</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أَحَسُّواْ بَأْسَنَآ إِذَا هُم مِّنْهَا يَرْكُضُونَ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sensed Our punishment, they began running away from it.</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تَرْكُضُواْ وَارْجِعُواْ إِلَىٰ مَآ أُتْرِفْتُمْ فِيهِ وَمَسَٰكِنِكُمْ لَعَلَّكُمْ تُسْـَٔلُونَ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was said to them mockingly: Do not run! Go back to the luxury you enjoyed and your homes, so that you may be asked.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يَٰوَيْلَنَآ إِنَّا كُنَّا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Woe to us! We were wrongdoers.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زَالَت تِّلْكَ دَعْوَىٰهُمْ حَتَّىٰ جَعَلْنَٰهُمْ حَصِيدًا خَٰمِدِينَ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cry of theirs did not stop until We made them like a harvested field, lifeless.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خَلَقْنَا السَّمَآءَ وَالْأَرْضَ وَمَا بَيْنَهُمَا لَٰعِبِينَ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create the sky and the earth and what is between them for play.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أَرَدْنَآ أَن نَّتَّخِذَ لَهْوًا لَّاتَّخَذْنَٰهُ مِن لَّدُنَّآ إِن كُنَّا فَٰعِلِينَ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wanted to take a pastime, We would have taken it from Ourselves, but We did not.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نَقْذِفُ بِالْحَقِّ عَلَى الْبَٰطِلِ فَيَدْمَغُهُ فَإِذَا هُوَ زَاهِقٌ وَلَكُمُ الْوَيْلُ مِمَّا تَصِفُونَ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We hurl the truth against falsehood and it smashes it, and falsehood vanishes. Woe to you for how you describe Allah!</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مَن فِي السَّمَٰوَٰتِ وَالْأَرْضِ وَمَنْ عِندَهُ لَا يَسْتَكْبِرُونَ عَنْ عِبَادَتِهِ وَلَا يَسْتَحْسِرُونَ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everyone in the heavens and the earth. The angels with Him are never too proud to worship Him, nor do they grow tired.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يُسَبِّحُونَ الَّيْلَ وَالنَّهَارَ لَا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glorify Him night and day without pause.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اتَّخَذُواْ ءَالِهَةً مِّنَ الْأَرْضِ هُمْ يُنشِرُونَ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have the idol-worshippers taken gods from the earth who can bring the dead to life?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كَانَ فِيهِمَآ ءَالِهَةٌ إِلَّا اللَّهُ لَفَسَدَتَا فَسُبْحَٰنَ اللَّهِ رَبِّ الْعَرْشِ عَمَّا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there were in the heavens and the earth gods other than Allah, both would have been ruined by their quarrelling. So glory be to Allah, Lord of the Throne, above what they describe.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يُسْـَٔلُ عَمَّا يَفْعَلُ وَهُمْ يُسْـَٔلُونَ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not asked about what He does, because His wisdom is perfect, but they will be asked about their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اتَّخَذُواْ مِن دُونِهِ ءَالِهَةً قُلْ هَاتُواْ بُرْهَٰنَكُمْ هَٰذَا ذِكْرُ مَن مَّعِيَ وَذِكْرُ مَن قَبْلِي بَلْ أَكْثَرُهُمْ لَا يَعْلَمُونَ الْحَقَّ فَهُم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have they taken gods besides Him? Say: Bring your proof. This Qur'an and the Books before me all came with tawhid. But most of them do not know the truth, so they turn away.</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مِن قَبْلِكَ مِن رَّسُولٍ إِلَّا نُوحِي إِلَيْهِ أَنَّهُ لَآ إِلَٰهَ إِلَّآ أَنَا فَاعْبُدُونِ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sent a messenger before you without revealing to him: There is no god but Me, so worship Me.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اتَّخَذَ الرَّحْمَٰنُ وَلَدًا سُبْحَٰنَهُ بَلْ عِبَادٌ مُّكْرَمُونَ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The Most Merciful has taken a son, meaning the angels. Glory be to Him! Rather, the angels are honoured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يَسْبِقُونَهُ بِالْقَوْلِ وَهُم بِأَمْرِهِ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do not speak before He speaks, and they act by His command.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 مَا بَيْنَ أَيْدِيهِمْ وَمَا خَلْفَهُمْ وَلَا يَشْفَعُونَ إِلَّا لِمَنِ ارْتَضَىٰ وَهُم مِّنْ خَشْيَتِهِ مُشْفِقُونَ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what is before them and what is behind them. They only intercede for whoever Allah is pleased with, and they tremble in awe of Him.</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يَقُلْ مِنْهُمْ إِنِّي إِلَٰهٌ مِّن دُونِهِ فَذَٰلِكَ نَجْزِيهِ جَهَنَّمَ كَذَٰلِكَ نَجْزِي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of them says: I am a god besides Allah, We will repay him with Hell. That is how We repay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 الَّذِينَ كَفَرُواْ أَنَّ السَّمَٰوَٰتِ وَالْأَرْضَ كَانَتَا رَتْقًا فَفَتَقْنَٰهُمَا وَجَعَلْنَا مِنَ الْمَآءِ كُلَّ شَيْءٍ حَيٍّ أَفَلَا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 disbelievers not see that the heavens and the earth were joined together and We split them apart, and We made every living thing from water? Will they not believe?</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فِي الْأَرْضِ رَوَٰسِيَ أَن تَمِيدَ بِهِمْ وَجَعَلْنَا فِيهَا فِجَاجًا سُبُلًا لَّعَلَّهُمْ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placed firm mountains on the earth so it would not shake with them, and made wide paths in it so that they may find their way.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السَّمَآءَ سَقْفًا مَّحْفُوظًا وَهُمْ عَنْ ءَايَٰتِهَا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 sky a protected ceiling, protected from falling and from devils, yet they turn away from its signs.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خَلَقَ الَّيْلَ وَالنَّهَارَ وَالشَّمْسَ وَالْقَمَرَ كُلٌّ فِي فَلَكٍ يَسْبَحُونَ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the night and the day, the sun and the moon, each swimming in its orbit.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جَعَلْنَا لِبَشَرٍ مِّن قَبْلِكَ الْخُلْدَ أَفَإِيْن مِّتَّ فَهُمُ الْخَٰلِدُونَ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not given any human before you everlasting life. So if you die, will they live forever?</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نَفْسٍ ذَآئِقَةُ الْمَوْتِ وَنَبْلُوكُم بِالشَّرِّ وَالْخَيْرِ فِتْنَةً وَإِلَيْنَا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soul will taste death, and We test you with hardship and ease as a trial, and to Us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رَءَاكَ الَّذِينَ كَفَرُواْ إِن يَتَّخِذُونَكَ إِلَّا هُزُوًا أَهَٰذَا الَّذِي يَذْكُرُ ءَالِهَتَكُمْ وَهُم بِذِكْرِ الرَّحْمَٰنِ 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disbelievers see you, they only take you as a joke: Is this the one who speaks badly of your gods? Yet they disbelieve in the remembrance of the Most Merciful.</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الْإِنسَٰنُ مِنْ عَجَلٍ سَأُوْرِيكُمْ ءَايَٰتِي فَلَا تَسْتَعْجِلُونِ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Man was created hasty. I will show you My signs of punishment, so do not ask Me to hurry.</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When will this promise come,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يَعْلَمُ الَّذِينَ كَفَرُواْ حِينَ لَا يَكُفُّونَ عَن وُجُوهِهِمُ النَّارَ وَلَا عَن ظُهُورِهِمْ وَلَا 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the disbelievers knew the time when they will not be able to keep the Fire off their faces or their backs, and they will not be helped, they would not hurry it.</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تَأْتِيهِم بَغْتَةً فَتَبْهَتُهُمْ فَلَا يَسْتَطِيعُونَ رَدَّهَا وَلَا 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it will come upon them suddenly and stun them, and they will not be able to push it back or be given more time.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اسْتُهْزِئَ بِرُسُلٍ مِّن قَبْلِكَ فَحَاقَ بِالَّذِينَ سَخِرُواْ مِنْهُم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Messengers before you were mocked, and what they mocked surrounded the mockers.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يَكْلَؤُكُم بِالَّيْلِ وَالنَّهَارِ مِنَ الرَّحْمَٰنِ بَلْ هُمْ عَن ذِكْرِ رَبِّهِم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protects you by night and day from the Most Merciful's punishment? Rather, they turn away from the remembrance of their Lord.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ءَالِهَةٌ تَمْنَعُهُم مِّن دُونِنَا لَا يَسْتَطِيعُونَ نَصْرَ أَنفُسِهِمْ وَلَا هُم مِّنَّا يُصْحَبُونَ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gods to protect them from Us? They cannot even help themselves, nor will they be protected from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مَتَّعْنَا هَـٰؤُلَآءِ وَءَابَآءَهُمْ حَتَّىٰ طَالَ عَلَيْهِمُ الْعُمُرُ أَفَلَا يَرَوْنَ أَنَّا نَأْتِي الْأَرْضَ نَنقُصُهَا مِنْ أَطْرَافِهَآ أَفَهُمُ الْغَٰلِبُونَ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We let these and their fathers enjoy life until it lasted long for them and they were fooled. Do they not see that We come to the land and reduce it from its edges through the Muslims' victories? Is it they who will win?</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أُنذِرُكُم بِالْوَحْيِ وَلَا يَسْمَعُ الصُّمُّ الدُّعَآءَ إِذَا مَا يُنذَرُونَ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only warn you by revelation. But the deaf do not hear the call when they are warned.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مَّسَّتْهُمْ نَفْحَةٌ مِّنْ عَذَابِ رَبِّكَ لَيَقُولُنَّ يَٰوَيْلَنَآ إِنَّا كُنَّا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even a small breath of your Lord's punishment touched them, they would say: Woe to us! We were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وَنَضَعُ الْمَوَٰزِينَ الْقِسْطَ لِيَوْمِ الْقِيَٰمَةِ فَلَا تُظْلَمُ نَفْسٌ شَيْـًٔا وَإِن كَانَ مِثْقَالَ حَبَّةٍ مِّنْ خَرْدَلٍ أَتَيْنَا بِهَا وَكَفَىٰ بِنَا حَٰسِبِينَ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set up the just scales for the Day of Resurrection, so no soul will be wronged at all. Even if a deed is the weight of a mustard seed, We will bring it, and We are enough as Reckoners.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وَهَٰرُونَ الْفُرْقَانَ وَضِيَآءً وَذِكْرًا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and Harun the Criterion between truth and falsehood, a light and a reminder for those with taqwa,</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يَخْشَوْنَ رَبَّهُم بِالْغَيْبِ وَهُم مِّنَ السَّاعَةِ مُشْفِقُونَ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fear their Lord without seeing Him and are afraid of the Hour.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وَهَٰذَا ذِكْرٌ مُّبَارَكٌ أَنزَلْنَٰهُ أَفَأَنتُمْ لَهُ مُنكِرُونَ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this Qur'an is a blessed reminder We have sent down. Will you then deny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إِبْرَٰهِيمَ رُشْدَهُ مِن قَبْلُ وَكُنَّا بِهِ 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Ibrahim his guidance before Musa, and We knew he was worthy of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لِأَبِيهِ وَقَوْمِهِ مَا هَٰذِهِ التَّمَاثِيلُ الَّتِي أَنتُمْ لَهَا عَٰكِفُونَ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said to his father and his people: What are these statues you keep worshipping?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وَجَدْنَآ ءَابَآءَنَا لَهَا عَٰبِدِينَ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found our fathers worshipping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لَقَدْ كُنتُمْ أَنتُمْ وَءَابَآؤُكُمْ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You and your fathers have been clearly astray.</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أَجِئْتَنَا بِالْحَقِّ أَمْ أَنتَ مِنَ اللَّـٰعِبِينَ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Have you brought us the truth seriously, or are you joking?</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بَل رَّبُّكُمْ رَبُّ السَّمَٰوَٰتِ وَالْأَرْضِ الَّذِي فَطَرَهُنَّ وَأَنَا عَلَىٰ ذَٰلِكُم مِّنَ الشَّـٰهِدِينَ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No, your Lord is the Lord of the heavens and the earth, who created them, and I bear witness to that.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وَتَاللَّهِ لَأَكِيدَنَّ أَصْنَٰمَكُم بَعْدَ أَن تُوَلُّواْ مُدْبِرِينَ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swore: By Allah, I will plot against your idols after you have gone off to your festival.</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فَجَعَلَهُمْ جُذَٰذًا إِلَّا كَبِيرًا لَّهُمْ لَعَلَّهُمْ إِلَيْهِ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smashed them to pieces, except the biggest one, so that they might come back to it and ask it.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مَن فَعَلَ هَٰذَا بِـَٔالِهَتِنَآ إِنَّهُ لَمِنَ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Who did this to our gods? He must be a wrongdoer.</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سَمِعْنَا فَتًى يَذْكُرُهُمْ يُقَالُ لَهُ 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heard a young man speaking badly of them, called Ibrahim.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فَأْتُواْ بِهِ عَلَىٰ أَعْيُنِ النَّاسِ لَعَلَّهُمْ يَشْهَدُونَ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Bring him before the people so that they may witness against him.</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ءَأَنتَ فَعَلْتَ هَٰذَا بِـَٔالِهَتِنَا يَـٰإِبْرَٰهِيمُ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Did you do this to our gods, O Ibrahim?</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بَلْ فَعَلَهُ كَبِيرُهُمْ هَٰذَا فَسْـَٔلُوهُمْ إِن كَانُواْ يَنطِقُونَ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Rather, this biggest one of them did it, so ask them, if they can speak. He said this to prove to them that their idols were helpless.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فَرَجَعُواْ إِلَىٰ أَنفُسِهِمْ فَقَالُواْ إِنَّكُمْ أَنتُمُ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thought about it to themselves and said: You yourselves are the wrongdoers, worshipping what cannot speak.</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نُكِسُواْ عَلَىٰ رُءُوسِهِمْ لَقَدْ عَلِمْتَ مَا هَـٰؤُلَآءِ يَنطِقُونَ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turned back to their stubbornness and said: You know well that these cannot speak.</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أَفَتَعْبُدُونَ مِن دُونِ اللَّهِ مَا لَا يَنفَعُكُمْ شَيْـًٔا وَلَا يَضُرُّكُمْ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Do you then worship besides Allah what can neither benefit you nor harm you at all?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 لَّكُمْ وَلِمَا تَعْبُدُونَ مِن دُونِ اللَّهِ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Shame on you and on what you worship besides Allah!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حَرِّقُوهُ وَانصُرُواْ ءَالِهَتَكُمْ إِن كُنتُمْ فَٰعِلِينَ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Burn him and support your gods, if you are going to do something.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قُلْنَا يَٰنَارُ كُونِي بَرْدًا وَسَلَٰمًا عَلَىٰ 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said: O fire, be cool and safe for Ibrahim. It burned nothing but the ropes that tied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وَأَرَادُواْ بِهِ كَيْدًا فَجَعَلْنَٰهُمُ الْأَخْسَرِينَ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wanted to harm him, but We made them the greatest losers.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وَنَجَّيْنَٰهُ وَلُوطًا إِلَى الْأَرْضِ الَّتِي بَٰرَكْنَا فِيهَا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saved him and Lut to the land of Sham, which We blessed for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لَهُ إِسْحَٰقَ وَيَعْقُوبَ نَافِلَةً وَكُلًّا جَعَلْنَا صَٰلِحِينَ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him Ishaq as a son, and Ya'qub as a grandson in addition, and made each of them righteous.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وَجَعَلْنَٰهُمْ أَئِمَّةً يَهْدُونَ بِأَمْرِنَا وَأَوْحَيْنَآ إِلَيْهِمْ فِعْلَ الْخَيْرَٰتِ وَإِقَامَ الصَّلَوٰةِ وَإِيتَآءَ الزَّكَوٰةِ وَكَانُواْ لَنَا عَٰبِدِينَ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them leaders guiding by Our command, and revealed to them to do good deeds, establish the prayer and give the zakah, and they worshipped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وَلُوطًا ءَاتَيْنَٰهُ حُكْمًا وَعِلْمًا وَنَجَّيْنَٰهُ مِنَ الْقَرْيَةِ الَّتِي كَانَت تَّعْمَلُ الْخَبَـٰئِثَ إِنَّهُمْ كَانُواْ قَوْمَ سَوْءٍ 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Lut We gave judgement and knowledge, and saved him from the town that did foul deeds. They were an evil, disobedient people.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وَأَدْخَلْنَٰهُ فِي رَحْمَتِنَآ إِنَّهُ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admitted him into Our mercy; he was one of the righteous.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وَنُوحًا إِذْ نَادَىٰ مِن قَبْلُ فَاسْتَجَبْنَا لَهُ فَنَجَّيْنَٰهُ وَأَهْلَهُ مِنَ الْكَرْبِ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Nuh, when he called on Us before Ibrahim against his people, We answered him and saved him and his family from the great distress.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وَنَصَرْنَٰهُ مِنَ الْقَوْمِ الَّذِينَ كَذَّبُواْ بِـَٔايَٰتِنَآ إِنَّهُمْ كَانُواْ قَوْمَ سَوْءٍ فَأَغْرَقْنَٰهُمْ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helped him against the people who denied Our signs. They were an evil people, so We drowned them all.</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وَدَاوُدَ وَسُلَيْمَٰنَ إِذْ يَحْكُمَانِ فِي الْحَرْثِ إِذْ نَفَشَتْ فِيهِ غَنَمُ الْقَوْمِ وَكُنَّا لِحُكْمِهِمْ شَٰهِدِينَ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Dawud and Sulayman, when they judged about a field that a people's sheep had grazed in at night and destroyed, and We were witness to their judgement.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فَفَهَّمْنَٰهَا سُلَيْمَٰنَ وَكُلًّا ءَاتَيْنَا حُكْمًا وَعِلْمًا وَسَخَّرْنَا مَعَ دَاوُدَ الْجِبَالَ يُسَبِّحْنَ وَالطَّيْرَ وَكُنَّا فَٰعِلِينَ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Sulayman the better understanding of the case, and to each We gave judgement and knowledge. We made the mountains and the birds glorify Allah along with Dawud, and We were the doers of it.</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وَعَلَّمْنَٰهُ صَنْعَةَ لَبُوسٍ لَّكُمْ لِتُحْصِنَكُم مِّن بَأْسِكُمْ فَهَلْ أَنتُمْ 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taught Dawud to make armour for you, to protect you in battle. Will you then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وَلِسُلَيْمَٰنَ الرِّيحَ عَاصِفَةً تَجْرِي بِأَمْرِهِ إِلَى الْأَرْضِ الَّتِي بَٰرَكْنَا فِيهَا وَكُنَّا بِكُلِّ شَيْءٍ 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for Sulayman We made the strong wind serve him, blowing by his command to the blessed land of Sham, and We know everything.</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الشَّيَٰطِينِ مَن يَغُوصُونَ لَهُ وَيَعْمَلُونَ عَمَلًا دُونَ ذَٰلِكَ وَكُنَّا لَهُمْ حَٰفِظِينَ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of the devils, some dived into the sea for him to bring out pearls and did other work like building, and We guarded them from causing harm.</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وَأَيُّوبَ إِذْ نَادَىٰ رَبَّهُ أَنِّي مَسَّنِيَ الضُّرُّ وَأَنتَ أَرْحَمُ الرَّـٰحِمِينَ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Ayyub, when he called on his Lord: Harm has touched me, and You are the Most Merciful of the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فَاسْتَجَبْنَا لَهُ فَكَشَفْنَا مَا بِهِ مِن ضُرٍّ وَءَاتَيْنَٰهُ أَهْلَهُ وَمِثْلَهُم مَّعَهُمْ رَحْمَةً مِّنْ عِندِنَا وَذِكْرَىٰ لِلْعَٰبِدِينَ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answered him, removed his harm, and gave him back his family and as many more with them, as mercy from Us and a reminder for worshippers that patience brings relief.</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وَإِسْمَٰعِيلَ وَإِدْرِيسَ وَذَا الْكِفْلِ كُلٌّ مِّنَ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Isma'il, Idris and Dhul-Kifl; all were among the patient.</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وَأَدْخَلْنَٰهُمْ فِي رَحْمَتِنَآ إِنَّهُم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admitted them into Our mercy; they were among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71907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وَذَا النُّونِ إِذ ذَّهَبَ مُغَٰضِبًا فَظَنَّ أَن لَّن نَّقْدِرَ عَلَيْهِ فَنَادَىٰ فِي الظُّلُمَٰتِ أَن لَّآ إِلَٰهَ إِلَّآ أَنتَ سُبْحَٰنَكَ إِنِّي كُنتُ 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Dhun-Nun (Yunus, the man of the whale), when he went off angry with his people and thought We would not make things hard for him. Then he called out in the darkness of the sea, the whale's belly and the night: There is no god but You. Glory be to You! I have been one of the wrongdoers.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418338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فَاسْتَجَبْنَا لَهُ وَنَجَّيْنَٰهُ مِنَ الْغَمِّ وَكَذَٰلِكَ نُـۨجِي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answered him and saved him from distress. That is how We save the believers when they call with this prayer. The Prophet (peace be upon him) said: "No Muslim calls with it for anything but Allah answers him" (Tirmidhi).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وَزَكَرِيَّآ إِذْ نَادَىٰ رَبَّهُ رَبِّ لَا تَذَرْنِي فَرْدًا وَأَنتَ خَيْرُ الْوَٰرِثِينَ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Zakariyya, when he called on his Lord: My Lord, do not leave me alone without a child, and You are the best of inheritors.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فَاسْتَجَبْنَا لَهُ وَوَهَبْنَا لَهُ يَحْيَىٰ وَأَصْلَحْنَا لَهُ زَوْجَهُ إِنَّهُمْ كَانُواْ يُسَٰرِعُونَ فِي الْخَيْرَٰتِ وَيَدْعُونَنَا رَغَبًا وَرَهَبًا وَكَانُواْ لَنَا خَٰشِعِينَ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answered him, gave him Yahya and made his wife able to have children. They used to hurry to do good deeds, called on Us with hope and fear, and were humble before Us.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وَالَّتِي أَحْصَنَتْ فَرْجَهَا فَنَفَخْنَا فِيهَا مِن رُّوحِنَا وَجَعَلْنَٰهَا وَابْنَهَآ ءَايَةً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Maryam, who guarded her chastity, so We breathed into her of Our spirit through Jibril and made her and her son 'Isa a sign for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هَٰذِهِ أُمَّتُكُمْ أُمَّةً وَٰحِدَةً وَأَنَا رَبُّكُمْ فَاعْبُدُونِ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religion of yours is one religion, Islam, and I am your Lord, so worship Me.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وَتَقَطَّعُواْ أَمْرَهُم بَيْنَهُمْ كُلٌّ إِلَيْنَا 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people split their religion into sects. All will return to Us.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يَعْمَلْ مِنَ الصَّـٰلِحَٰتِ وَهُوَ مُؤْمِنٌ فَلَا كُفْرَانَ لِسَعْيِهِ وَإِنَّا لَهُ كَٰتِبُونَ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good deeds while being a believer, his effort will not be lost; We are writing it down for him.</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وَحَرَٰمٌ عَلَىٰ قَرْيَةٍ أَهْلَكْنَٰهَآ أَنَّهُمْ لَا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impossible for a town We destroyed to return to the world to repent,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فُتِحَتْ يَأْجُوجُ وَمَأْجُوجُ وَهُم مِّن كُلِّ حَدَبٍ يَنسِلُونَ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Ya'juj and Ma'juj are released and come rushing down from every high place,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وَاقْتَرَبَ الْوَعْدُ الْحَقُّ فَإِذَا هِيَ شَٰخِصَةٌ أَبْصَٰرُ الَّذِينَ كَفَرُواْ يَٰوَيْلَنَا قَدْ كُنَّا فِي غَفْلَةٍ مِّنْ هَٰذَا بَلْ كُنَّا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true promise draws near. Then the eyes of the disbelievers will stare without blinking from terror: Woe to us! We were heedless of this; rather, we were wrongdoers.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إِنَّكُمْ وَمَا تَعْبُدُونَ مِن دُونِ اللَّهِ حَصَبُ جَهَنَّمَ أَنتُمْ لَهَا وَٰرِدُونَ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idol-worshippers and the idols you worship besides Allah are the fuel of Hell; you will enter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99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كَانَ هَـٰؤُلَآءِ ءَالِهَةً مَّا وَرَدُوهَا وَكُلٌّ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these had been gods, they would not have entered it, but all of them will stay in it forever.</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فِيهَا زَفِيرٌ وَهُمْ فِيهَا لَا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they will groan heavily, and there they will not hear because of the severity of the punishment.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سَبَقَتْ لَهُم مِّنَّا الْحُسْنَىٰ أُوْلَـٰئِكَ عَنْهَا مُبْعَدُونَ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for whom Paradise has already been decided by Us through their good deeds will be kept far from the Fire.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يَسْمَعُونَ حَسِيسَهَا وَهُمْ فِي مَا اشْتَهَتْ أَنفُسُهُمْ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not hear its faintest sound, and they will stay forever in what their souls desire.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يَحْزُنُهُمُ الْفَزَعُ الْأَكْبَرُ وَتَتَلَقَّىٰهُمُ الْمَلَـٰئِكَةُ هَٰذَا يَوْمُكُمُ الَّذِي كُنتُمْ تُوعَدُونَ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Great Terror of the Day of Resurrection will not grieve them, and the angels will meet them: This is your Day that you were promised.</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نَطْوِي السَّمَآءَ كَطَيِّ السِّجِلِّ لِلْكُتُبِ كَمَا بَدَأْنَآ أَوَّلَ خَلْقٍ نُّعِيدُهُ وَعْدًا عَلَيْنَآ إِنَّا كُنَّا فَٰعِلِينَ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roll up the sky like a scroll rolled up with its writings. As We began the first creation, We will repeat it, a promise binding on Us. We will surely do it.</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كَتَبْنَا فِي الزَّبُورِ مِن بَعْدِ الذِّكْرِ أَنَّ الْأَرْضَ يَرِثُهَا عِبَادِيَ الصَّـٰلِحُونَ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written in the revealed Books after the Preserved Tablet that the earth will be inherited by My righteous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هَٰذَا لَبَلَٰغًا لِّقَوْمٍ عَٰبِدِينَ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Qur'an is enough for people who worship.</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أَرْسَلْنَٰكَ إِلَّا رَحْمَةً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only sent you, O Muhammad, as a mercy to the worlds.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يُوحَىٰ إِلَيَّ أَنَّمَآ إِلَٰهُكُمْ إِلَٰهٌ وَٰحِدٌ فَهَلْ أَنتُم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It is only revealed to me that your God is One God. So will you submit?</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تَوَلَّوْاْ فَقُلْ ءَاذَنتُكُمْ عَلَىٰ سَوَآءٍ وَإِنْ أَدْرِي أَقَرِيبٌ أَم بَعِيدٌ مَّا تُوعَدُونَ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turn away, say: I have told you all equally, and I do not know whether what you are promised is near or far.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Al-Anbiya'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110 – 112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يَعْلَمُ الْجَهْرَ مِنَ الْقَوْلِ وَيَعْلَمُ مَا تَكْتُمُونَ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what is said openly and He knows what you hide.</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أَدْرِي لَعَلَّهُ فِتْنَةٌ لَّكُمْ وَمَتَٰعٌ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do not know; perhaps this delay of punishment is a test for you and enjoyment for a time.</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رَبِّ احْكُم بِالْحَقِّ وَرَبُّنَا الرَّحْمَٰنُ الْمُسْتَعَانُ عَلَىٰ مَا تَصِفُونَ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judge between me and them with truth. Our Lord is the Most Merciful, whose help is sought against the lies you describe.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assets17/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"There is no god but You. Glory be to You! I have been one of the wrongdoers." (Al-Anbiya' 21:87)</a:t>
            </a:r>
            <a:endParaRPr lang="en-US" sz="2100" dirty="0"/>
          </a:p>
        </p:txBody>
      </p:sp>
      <p:pic>
        <p:nvPicPr>
          <p:cNvPr id="5" name="Image 1" descr="assets17/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17 Tafsir EN">
  <a:themeElements>
    <a:clrScheme name="Juz 17 Tafsir EN">
      <a:dk1>
        <a:srgbClr val="22252F"/>
      </a:dk1>
      <a:lt1>
        <a:srgbClr val="FFFFFF"/>
      </a:lt1>
      <a:dk2>
        <a:srgbClr val="22336B"/>
      </a:dk2>
      <a:lt2>
        <a:srgbClr val="F6F7FB"/>
      </a:lt2>
      <a:accent1>
        <a:srgbClr val="22336B"/>
      </a:accent1>
      <a:accent2>
        <a:srgbClr val="C9A04A"/>
      </a:accent2>
      <a:accent3>
        <a:srgbClr val="34498A"/>
      </a:accent3>
      <a:accent4>
        <a:srgbClr val="61646F"/>
      </a:accent4>
      <a:accent5>
        <a:srgbClr val="E6E9F3"/>
      </a:accent5>
      <a:accent6>
        <a:srgbClr val="8A2F2A"/>
      </a:accent6>
      <a:hlink>
        <a:srgbClr val="34498A"/>
      </a:hlink>
      <a:folHlink>
        <a:srgbClr val="61646F"/>
      </a:folHlink>
    </a:clrScheme>
    <a:fontScheme name="Juz 17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Iqtarab — Simplified Tafsir from Ibn Kathir</dc:title>
  <dc:subject>PptxGenJS Presentation</dc:subject>
  <dc:creator>Qur'an Teacher</dc:creator>
  <cp:lastModifiedBy>Qur'an Teacher</cp:lastModifiedBy>
  <cp:revision>1</cp:revision>
  <dcterms:created xsi:type="dcterms:W3CDTF">2026-10-04T04:47:00Z</dcterms:created>
  <dcterms:modified xsi:type="dcterms:W3CDTF">2026-10-04T04:47:00Z</dcterms:modified>
</cp:coreProperties>
</file>
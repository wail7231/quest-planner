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notesMasterIdLst>
    <p:notesMasterId r:id="rId8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b4d5040-0c0f-397a-a55b-338c77c83f17}">
          <p14:sldIdLst>
            <p14:sldId id="256"/>
            <p14:sldId id="257"/>
            <p14:sldId id="258"/>
          </p14:sldIdLst>
        </p14:section>
        <p14:section name="Surah Al-'Ankabut" id="{7f87b913-1536-fd22-eb06-70df3721201a}">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Surah Al-Qasas" id="{f1c52715-81d0-d6f2-c73d-065ddd08c679}">
          <p14:sldIdLst>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Lst>
        </p14:section>
        <p14:section name="Surah An-Naml" id="{2e3d05ed-1e2b-9f6d-21f7-5604fea97f8f}">
          <p14:sldIdLst>
            <p14:sldId id="320"/>
            <p14:sldId id="321"/>
            <p14:sldId id="322"/>
            <p14:sldId id="323"/>
            <p14:sldId id="324"/>
            <p14:sldId id="325"/>
            <p14:sldId id="326"/>
            <p14:sldId id="327"/>
            <p14:sldId id="328"/>
            <p14:sldId id="329"/>
            <p14:sldId id="330"/>
            <p14:sldId id="331"/>
            <p14:sldId id="332"/>
            <p14:sldId id="333"/>
            <p14:sldId id="334"/>
          </p14:sldIdLst>
        </p14:section>
        <p14:section name="Closing" id="{069f694c-3f06-1fff-8e19-418f7dee5e70}">
          <p14:sldIdLst>
            <p14:sldId id="33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first 45 verses of Surah Al-'Ankabut, then move back to Surah Al-Qasas and the second part of Surah An-Naml.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Allah compare those who worship others besides Him to in verse 41,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two qualities did the righteous man's daughter mention about Musa in verse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many times is the question "Is there any god with Allah?" repeated in verses 60–64, and what does it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0/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0/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0/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4.xml"/><Relationship Id="rId4"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0/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Amman Khalaq</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0/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20 • Al-'Ankabut (1–45), Al-Qasas, then An-Naml (56–93)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brick red</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Al-'Ankabut and moves back to Surah An-Naml</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Al-'Ankabut</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Al-Qasas</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An-Naml</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Surah Al-'Ankabut</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1 – 45</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Sa'd ibn Abi Waqqas (may Allah be pleased with him) said: My mother swore never to speak to me, eat or drink until I left my religion. So Allah sent down: “We have commanded man to be good to his parents, but if they strive to make you associate with Me what you have no knowledge of, do not obey them”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ends at verse 45: faith must be tested, kindness to parents except in disobeying Allah, the stories of Nuh, Ibrahim, Lut and Shu'ayb, and the example of those who take protectors besides Allah being like the spider's house.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أَحَسِبَ النَّاسُ أَن يُتْرَكُواْ أَن يَقُولُواْ ءَامَنَّا وَهُمْ لَا يُفْتَنُونَ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people think they will be left alone just for saying: We believe, without being tested with hardships?</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فَتَنَّا الَّذِينَ مِن قَبْلِهِمْ فَلَيَعْلَمَنَّ اللَّهُ الَّذِينَ صَدَقُواْ وَلَيَعْلَمَنَّ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tested the nations before them, so Allah will surely show who is truthful in their faith, and surely show who is lying.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حَسِبَ الَّذِينَ يَعْمَلُونَ السَّيِّـَٔاتِ أَن يَسْبِقُونَا سَآءَ مَا يَحْكُمُونَ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those who do evil deeds think they can escape Us so We cannot reach them? How bad is their judgement!</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كَانَ يَرْجُواْ لِقَآءَ اللَّهِ فَإِنَّ أَجَلَ اللَّهِ لَأتٍ وَهُوَ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hopes to meet Allah and His reward, the time Allah has set will surely come, and He is the All-Hearing, the All-Knowing.</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جَٰهَدَ فَإِنَّمَا يُجَٰهِدُ لِنَفْسِهِ إِنَّ اللَّهَ لَغَنِيٌّ عَنِ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strives against himself to obey Allah only benefits himself. Allah is Free of need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لَنُكَفِّرَنَّ عَنْهُمْ سَيِّـَٔاتِهِمْ وَلَنَجْزِيَنَّهُمْ أَحْسَنَ الَّذِي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righteous believers, We will wipe away their bad deeds and reward them for the best of what they did.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وَوَصَّيْنَا الْإِنسَٰنَ بِوَٰلِدَيْهِ حُسْنًا وَإِن جَٰهَدَاكَ لِتُشْرِكَ بِي مَا لَيْسَ لَكَ بِهِ عِلْمٌ فَلَا تُطِعْهُمَآ إِلَيَّ مَرْجِعُكُمْ فَأُنَبِّئُكُم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commanded man to be good and kind to his parents. But if they strive to make you associate partners with Me, do not obey them. To Me is your return, and I will tell you what you did.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70535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لَنُدْخِلَنَّهُمْ فِي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We will admit them among the righteous in Paradise.</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09981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مَن يَقُولُ ءَامَنَّا بِاللَّهِ فَإِذَآ أُوذِيَ فِي اللَّهِ جَعَلَ فِتْنَةَ النَّاسِ كَعَذَابِ اللَّهِ وَلَئِن جَآءَ نَصْرٌ مِّن رَّبِّكَ لَيَقُولُنَّ إِنَّا كُنَّا مَعَكُمْ أَوَلَيْسَ اللَّهُ بِأَعْلَمَ بِمَا فِي صُدُورِ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people is one who says: We believe in Allah, but when he is harmed for Allah's sake, he treats people's harm like Allah's punishment and leaves his religion. Yet if help comes from your Lord, he says: We were with you! Does Allah not know best what is in the hearts of all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وَلَيَعْلَمَنَّ اللَّهُ الَّذِينَ ءَامَنُواْ وَلَيَعْلَمَنَّ الْمُنَٰفِقِينَ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will surely show who the truthful believers are, and surely show who the hypocrites are.</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لِلَّذِينَ ءَامَنُواْ اتَّبِعُواْ سَبِيلَنَا وَلْنَحْمِلْ خَطَٰيَٰكُمْ وَمَا هُم بِحَٰمِلِينَ مِنْ خَطَٰيَٰهُم مِّن شَيْءٍ إِنَّهُمْ 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to the believers: Follow our religion, and we will carry your sins for you. But they will not carry any of their sins; they are liars.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وَلَيَحْمِلُنَّ أَثْقَالَهُمْ وَأَثْقَالًا مَّعَ أَثْقَالِهِمْ وَلَيُسْـَٔلُنَّ يَوْمَ الْقِيَٰمَةِ عَمَّا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carry their own sins, and the sins of those they misled along with their own, and they will be asked on the Day of Resurrection about the lies they used to make up.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نُوحًا إِلَىٰ قَوْمِهِ فَلَبِثَ فِيهِمْ أَلْفَ سَنَةٍ إِلَّا خَمْسِينَ عَامًا فَأَخَذَهُمُ الطُّوفَانُ وَهُمْ 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Nuh to his people, and he stayed among them calling them for a thousand years less fifty, then the flood seized them while they were wrongdoers.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فَأَنجَيْنَٰهُ وَأَصْحَٰبَ السَّفِينَةِ وَجَعَلْنَٰهَآ ءَايَةً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saved him and those with him in the ark, and made it a lesson for the worlds.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وَإِبْرَٰهِيمَ إِذْ قَالَ لِقَوْمِهِ اعْبُدُواْ اللَّهَ وَاتَّقُوهُ ذَٰلِكُمْ خَيْرٌ لَّكُمْ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Ibrahim, when he said to his people: Worship Allah and have taqwa of Him. That is better for you, if you only knew.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38760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تَعْبُدُونَ مِن دُونِ اللَّهِ أَوْثَٰنًا وَتَخْلُقُونَ إِفْكًا إِنَّ الَّذِينَ تَعْبُدُونَ مِن دُونِ اللَّهِ لَا يَمْلِكُونَ لَكُمْ رِزْقًا فَابْتَغُواْ عِندَ اللَّهِ الرِّزْقَ وَاعْبُدُوهُ وَاشْكُرُواْ لَهُ 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only worship idols besides Allah and make up lies. Those you worship besides Allah have no power to provide for you, so seek provision from Allah, worship Him and thank Him. To Him you will be returned.</a:t>
            </a:r>
            <a:endParaRPr lang="en-US" sz="3000" dirty="0"/>
          </a:p>
        </p:txBody>
      </p:sp>
      <p:sp>
        <p:nvSpPr>
          <p:cNvPr id="9" name="Shape 7"/>
          <p:cNvSpPr/>
          <p:nvPr/>
        </p:nvSpPr>
        <p:spPr>
          <a:xfrm>
            <a:off x="1444752" y="3584448"/>
            <a:ext cx="8641080" cy="0"/>
          </a:xfrm>
          <a:prstGeom prst="line">
            <a:avLst/>
          </a:prstGeom>
          <a:noFill/>
          <a:ln w="9525">
            <a:solidFill>
              <a:schemeClr val="accent2"/>
            </a:solidFill>
            <a:prstDash val="dash"/>
          </a:ln>
        </p:spPr>
      </p:sp>
      <p:sp>
        <p:nvSpPr>
          <p:cNvPr id="10" name="Shape 8"/>
          <p:cNvSpPr/>
          <p:nvPr/>
        </p:nvSpPr>
        <p:spPr>
          <a:xfrm>
            <a:off x="713232" y="3765042"/>
            <a:ext cx="548640" cy="548640"/>
          </a:xfrm>
          <a:prstGeom prst="star8">
            <a:avLst/>
          </a:prstGeom>
          <a:solidFill>
            <a:schemeClr val="accent2"/>
          </a:solidFill>
          <a:ln/>
        </p:spPr>
      </p:sp>
      <p:sp>
        <p:nvSpPr>
          <p:cNvPr id="11" name="Shape 9"/>
          <p:cNvSpPr/>
          <p:nvPr/>
        </p:nvSpPr>
        <p:spPr>
          <a:xfrm>
            <a:off x="822960" y="387477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650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7467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تُكَذِّبُواْ فَقَدْ كَذَّبَ أُمَمٌ مِّن قَبْلِكُمْ وَمَا عَلَى الرَّسُولِ إِلَّا الْبَلَٰغُ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deny, nations before you also denied. The Messenger's duty is only to deliver clearly.</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يَرَوْاْ كَيْفَ يُبْدِئُ اللَّهُ الْخَلْقَ ثُمَّ يُعِيدُهُ إِنَّ ذَٰلِكَ عَلَى اللَّهِ يَسِيرٌ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seen how Allah begins creation and then repeats it? That is easy for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سِيرُواْ فِي الْأَرْضِ فَانظُرُواْ كَيْفَ بَدَأَ الْخَلْقَ ثُمَّ اللَّهُ يُنشِئُ النَّشْأَةَ الْأخِرَةَ إِنَّ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Travel through the land and see how Allah began creation, then Allah will bring the creation into being again on the Day of Resurrection. Allah has power over all things.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يُعَذِّبُ مَن يَشَآءُ وَيَرْحَمُ مَن يَشَآءُ وَإِلَيْهِ تُقْلَبُونَ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punishes whom He wills by His justice and has mercy on whom He wills by His favour, and to Him you will be returned.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53946"/>
            <a:ext cx="548640" cy="548640"/>
          </a:xfrm>
          <a:prstGeom prst="star8">
            <a:avLst/>
          </a:prstGeom>
          <a:solidFill>
            <a:schemeClr val="accent2"/>
          </a:solidFill>
          <a:ln/>
        </p:spPr>
      </p:sp>
      <p:sp>
        <p:nvSpPr>
          <p:cNvPr id="6" name="Shape 4"/>
          <p:cNvSpPr/>
          <p:nvPr/>
        </p:nvSpPr>
        <p:spPr>
          <a:xfrm>
            <a:off x="822960" y="196367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539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835658"/>
            <a:ext cx="10012680" cy="154076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أَنتُم بِمُعْجِزِينَ فِي الْأَرْضِ وَلَا فِي السَّمَآءِ وَمَا لَكُم مِّن دُونِ اللَّهِ مِن وَلِيٍّ وَلَا 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cannot escape Allah on earth or in the sky, and you have no protector or helper besides Allah.</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377875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بِـَٔايَٰتِ اللَّهِ وَلِقَآئِهِ أُوْلَـٰئِكَ يَئِسُواْ مِن رَّحْمَتِي وَأُوْلَـٰئِكَ 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in Allah's verses and in meeting Him, they have lost hope of My mercy, and they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كَانَ جَوَابَ قَوْمِهِ إِلَّآ أَن قَالُواْ اقْتُلُوهُ أَوْ حَرِّقُوهُ فَأَنجَىٰهُ اللَّهُ مِنَ النَّارِ إِنَّ فِي ذَٰلِكَ لَأيَٰتٍ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only answer of Ibrahim's people was to say: Kill him or burn him. But Allah saved him from the fire. In that are signs for people who believe.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إِنَّمَا اتَّخَذْتُم مِّن دُونِ اللَّهِ أَوْثَٰنًا مَّوَدَّةَ بَيْنِكُمْ فِي الْحَيَوٰةِ الدُّنْيَا ثُمَّ يَوْمَ الْقِيَٰمَةِ يَكْفُرُ بَعْضُكُم بِبَعْضٍ وَيَلْعَنُ بَعْضُكُم بَعْضًا وَمَأْوَىٰكُمُ النَّارُ وَمَا لَكُم مِّن نَّـٰصِرِينَ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said: You have only taken idols so that you can stay friends over them in this life. Then on the Day of Resurrection you will disown each other and curse each other, your home will be the Fire, and you will have no helpers.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فَـَٔامَنَ لَهُ لُوطٌ وَقَالَ إِنِّي مُهَاجِرٌ إِلَىٰ رَبِّي إِنَّهُ 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Lut believed in him, and Ibrahim said: I am emigrating to my Lord; He is the Almighty, the All-Wise.</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وَوَهَبْنَا لَهُ إِسْحَٰقَ وَيَعْقُوبَ وَجَعَلْنَا فِي ذُرِّيَّتِهِ النُّبُوَّةَ وَالْكِتَٰبَ وَءَاتَيْنَٰهُ أَجْرَهُ فِي الدُّنْيَا وَإِنَّهُ فِي الْأخِرَةِ لَمِنَ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him Ishaq and Ya'qub, placed prophethood and the Books among his descendants, gave him his reward in this world with a good name, and in the Hereafter he is among the righteous.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وَلُوطًا إِذْ قَالَ لِقَوْمِهِ إِنَّكُمْ لَتَأْتُونَ الْفَٰحِشَةَ مَا سَبَقَكُم بِهَا مِنْ أَحَدٍ مِّنَ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Lut, when he said to his people: You commit a shameful sin that no one in the world did before you.</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أَئِنَّكُمْ لَتَأْتُونَ الرِّجَالَ وَتَقْطَعُونَ السَّبِيلَ وَتَأْتُونَ فِي نَادِيكُمُ الْمُنكَرَ فَمَا كَانَ جَوَابَ قَوْمِهِ إِلَّآ أَن قَالُواْ ائْتِنَا بِعَذَابِ اللَّهِ إِن كُنتَ مِنَ الصَّـٰدِقِينَ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commit this evil, rob travellers on the road, and do wrong things in your gatherings? Their only answer was: Bring us Allah's punishment, if you are truthful.</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انصُرْنِي عَلَى الْقَوْمِ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Lut said: My Lord, help me against the corrupting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جَآءَتْ رُسُلُنَآ إِبْرَٰهِيمَ بِالْبُشْرَىٰ قَالُواْ إِنَّا مُهْلِكُواْ أَهْلِ هَٰذِهِ الْقَرْيَةِ إِنَّ أَهْلَهَا كَانُواْ ظَٰلِمِينَ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angels came to Ibrahim with the good news of Ishaq, they said: We are going to destroy the people of Lut's town; its people are wrongdoers.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 فِيهَا لُوطًا قَالُواْ نَحْنُ أَعْلَمُ بِمَن فِيهَا لَنُنَجِّيَنَّهُ وَأَهْلَهُ إِلَّا امْرَأَتَهُ كَانَتْ مِنَ الْغَٰبِرِينَ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said: But Lut is there. They said: We know best who is there. We will save him and his family, except his wife, who will be among those destroyed.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أَن جَآءَتْ رُسُلُنَا لُوطًا سِيءَ بِهِمْ وَضَاقَ بِهِمْ ذَرْعًا وَقَالُواْ لَا تَخَفْ وَلَا تَحْزَنْ إِنَّا مُنَجُّوكَ وَأَهْلَكَ إِلَّا امْرَأَتَكَ كَانَتْ مِنَ الْغَٰبِرِينَ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angels came to Lut looking like handsome men, he was worried and troubled, fearing for them. They said: Do not fear or grieve. We will save you and your family, except your wife, who will be among those destroyed.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مُنزِلُونَ عَلَىٰ أَهْلِ هَٰذِهِ الْقَرْيَةِ رِجْزًا مِّنَ السَّمَآءِ بِمَا كَانُواْ يَفْسُقُونَ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are bringing down on the people of this town a punishment from the sky because of their disobedience.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تَّرَكْنَا مِنْهَآ ءَايَةً بَيِّنَةً لِّقَوْمٍ يَعْقِلُونَ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left from it a clear lesson for people who use their minds.</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وَإِلَىٰ مَدْيَنَ أَخَاهُمْ شُعَيْبًا فَقَالَ يَٰقَوْمِ اعْبُدُواْ اللَّهَ وَارْجُواْ الْيَوْمَ الْأخِرَ وَلَا تَعْثَوْاْ فِي الْأَرْضِ 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Madyan We sent their brother Shu'ayb. He said: O my people, worship Allah, hope for the reward of the Last Day, and do not spread corruption in the land.</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فَكَذَّبُوهُ فَأَخَذَتْهُمُ الرَّجْفَةُ فَأَصْبَحُواْ فِي دَارِهِمْ جَٰثِمِينَ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denied him, so the earthquake destroyed them, and they lay dead in their homes.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وَعَادًا وَثَمُودَاْ وَقَد تَّبَيَّنَ لَكُم مِّن مَّسَٰكِنِهِمْ وَزَيَّنَ لَهُمُ الشَّيْطَٰنُ أَعْمَٰلَهُمْ فَصَدَّهُمْ عَنِ السَّبِيلِ وَكَانُواْ مُسْتَبْصِرِينَ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destroyed 'Ad and Thamud; the remains of their homes are clear to you. Satan made their deeds look good to them and blocked them from the truth, though they were intelligent people who knew the truth.</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وَقَٰرُونَ وَفِرْعَوْنَ وَهَٰمَٰنَ وَلَقَدْ جَآءَهُم مُّوسَىٰ بِالْبَيِّنَٰتِ فَاسْتَكْبَرُواْ فِي الْأَرْضِ وَمَا كَانُواْ سَٰبِقِينَ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destroyed Qarun, Pharaoh and Haman. Musa came to them with miracles, but they were arrogant in the land, and they could not escape Our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فَكُلًّا أَخَذْنَا بِذَنبِهِ فَمِنْهُم مَّنْ أَرْسَلْنَا عَلَيْهِ حَاصِبًا وَمِنْهُم مَّنْ أَخَذَتْهُ الصَّيْحَةُ وَمِنْهُم مَّنْ خَسَفْنَا بِهِ الْأَرْضَ وَمِنْهُم مَّنْ أَغْرَقْنَا وَمَا كَانَ اللَّهُ لِيَظْلِمَهُمْ وَلَٰكِن كَانُواْ أَنفُسَهُمْ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destroyed each for his sin: on some We sent stones, like the people of Lut; some were seized by the Blast, like Thamud; some We made the earth swallow, like Qarun; and some We drowned, like Pharaoh. Allah did not wrong them; they wronged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 الَّذِينَ اتَّخَذُواْ مِن دُونِ اللَّهِ أَوْلِيَآءَ كَمَثَلِ الْعَنكَبُوتِ اتَّخَذَتْ بَيْتًا وَإِنَّ أَوْهَنَ الْبُيُوتِ لَبَيْتُ الْعَنكَبُوتِ لَوْ كَانُواْ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example of those who take protectors besides Allah, hoping for their help, is like the spider that builds a house, and the weakest of houses is the spider's house, if only they knew.</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يَعْلَمُ مَا يَدْعُونَ مِن دُونِهِ مِن شَيْءٍ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knows whatever they worship besides Him, and He is the Almighty, the All-Wise.</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وَتِلْكَ الْأَمْثَٰلُ نَضْرِبُهَا لِلنَّاسِ وَمَا يَعْقِلُهَآ إِلَّا الْعَٰلِمُونَ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the examples We give for people, and only those with knowledge understand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Al-'Ankabut</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خَلَقَ اللَّهُ السَّمَٰوَٰتِ وَالْأَرْضَ بِالْحَقِّ إِنَّ فِي ذَٰلِكَ لَأيَةً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created the heavens and the earth with truth. In that is a proof for the believers.</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اتْلُ مَآ أُوحِيَ إِلَيْكَ مِنَ الْكِتَٰبِ وَأَقِمِ الصَّلَوٰةَ إِنَّ الصَّلَوٰةَ تَنْهَىٰ عَنِ الْفَحْشَآءِ وَالْمُنكَرِ وَلَذِكْرُ اللَّهِ أَكْبَرُ وَاللَّهُ يَعْلَمُ مَا تَصْنَعُونَ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Recite what has been revealed to you of the Qur'an and establish the prayer. Prayer keeps the one who prays away from shameful and evil deeds, and remembering Allah is greater than everything. Allah knows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Al-Qasas</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88 verses • The Stories</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When Abu Talib was dying, the Prophet (peace be upon him) came to him and said: "O uncle, say: La ilaha illa Allah, a word I can plead for you with before Allah." But he refused and died on the religion of 'Abd Al-Muttalib. So Allah sent down: “You cannot guide whom you love, but Allah guides whom He wills”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full story of Musa (peace be upon him) from his birth to his mission: Allah's care for him and his mother, his journey to Madyan, Allah calling him, and Pharaoh's destruction. Then the story of Qarun, who was fooled by his wealth, and that the best end is for those with taqwa.</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طسم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ءَايَٰتُ الْكِتَٰبِ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the verses of the clear Book.</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نَتْلُواْ عَلَيْكَ مِن نَّبَإِ مُوسَىٰ وَفِرْعَوْنَ بِالْحَقِّ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recite to you some of the true story of Musa and Pharaoh, for people who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فِرْعَوْنَ عَلَا فِي الْأَرْضِ وَجَعَلَ أَهْلَهَا شِيَعًا يَسْتَضْعِفُ طَآئِفَةً مِّنْهُمْ يُذَبِّحُ أَبْنَآءَهُمْ وَيَسْتَحْيِ نِسَآءَهُمْ إِنَّهُ كَانَ مِنَ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was arrogant in the land of Egypt and split its people into groups, humiliating one group of them, the Children of Israel, killing their sons and keeping their women alive to serve. He was one of the corrupters.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وَنُرِيدُ أَن نَّمُنَّ عَلَى الَّذِينَ اسْتُضْعِفُواْ فِي الْأَرْضِ وَنَجْعَلَهُمْ أَئِمَّةً وَنَجْعَلَهُمُ الْوَٰرِثِينَ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wanted to favour those who were oppressed in the land, make them leaders in goodness, and make them inherit Pharaoh's kingdom,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 –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وَنُمَكِّنَ لَهُمْ فِي الْأَرْضِ وَنُرِيَ فِرْعَوْنَ وَهَٰمَٰنَ وَجُنُودَهُمَا مِنْهُم مَّا كَانُواْ يَحْذَرُونَ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establish them in the land, and show Pharaoh, his minister Haman and their armies what they feared: the end of their kingdom at the hands of a boy from the Children of Israel.</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وَأَوْحَيْنَآ إِلَىٰ أُمِّ مُوسَىٰ أَنْ أَرْضِعِيهِ فَإِذَا خِفْتِ عَلَيْهِ فَأَلْقِيهِ فِي الْيَمِّ وَلَا تَخَافِي وَلَا تَحْزَنِي إِنَّا رَآدُّوهُ إِلَيْكِ وَجَاعِلُوهُ مِنَ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inspired Musa's mother: Nurse him, and when you fear for him, put him in a box and place him in the Nile. Do not fear or grieve; We will return him to you and make him one of the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فَالْتَقَطَهُ ءَالُ فِرْعَوْنَ لِيَكُونَ لَهُمْ عَدُوًّا وَحَزَنًا إِنَّ فِرْعَوْنَ وَهَٰمَٰنَ وَجُنُودَهُمَا كَانُواْ خَٰطِـِٔينَ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Pharaoh's family picked him up from the water, so that in the end he would become an enemy and a cause of sorrow for them. Pharaoh, Haman and their armies were wrongdoers.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وَقَالَتِ امْرَأَتُ فِرْعَوْنَ قُرَّتُ عَيْنٍ لِّي وَلَكَ لَا تَقْتُلُوهُ عَسَىٰ أَن يَنفَعَنَآ أَوْ نَتَّخِذَهُ وَلَدًا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Pharaoh's wife said: He is a joy for me and you. Do not kill him; perhaps he will benefit us or we may take him as a son. They did not realise what would happen.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وَأَصْبَحَ فُؤَادُ أُمِّ مُوسَىٰ فَٰرِغًا إِن كَادَتْ لَتُبْدِي بِهِ لَوْلَآ أَن رَّبَطْنَا عَلَىٰ قَلْبِهَا لِتَكُونَ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heart of Musa's mother became empty of everything except thoughts of Musa. She almost showed that he was her son, had We not made her heart firm so that she would be among those who believe in Allah's promise.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وَقَالَتْ لِأُخْتِهِ قُصِّيهِ فَبَصُرَتْ بِهِ عَن جُنُبٍ وَهُمْ لَا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said to his sister: Follow him. So she watched him from a distance while they did not realise she was his sister.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وَحَرَّمْنَا عَلَيْهِ الْمَرَاضِعَ مِن قَبْلُ فَقَالَتْ هَلْ أَدُلُّكُمْ عَلَىٰ أَهْلِ بَيْتٍ يَكْفُلُونَهُ لَكُمْ وَهُمْ لَهُ نَٰصِحُونَ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kept him from accepting any nurse, so his sister said: Shall I show you a family who will look after him for you and take good care of him?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فَرَدَدْنَٰهُ إِلَىٰ أُمِّهِ كَيْ تَقَرَّ عَيْنُهَا وَلَا تَحْزَنَ وَلِتَعْلَمَ أَنَّ وَعْدَ اللَّهِ حَقٌّ وَلَٰكِنَّ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returned him to his mother so that she would be comforted and not grieve, and so she would know that Allah's promise is true. But most people do not know.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4447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بَلَغَ أَشُدَّهُ وَاسْتَوَىٰ ءَاتَيْنَٰهُ حُكْمًا وَعِلْمًا وَكَذَٰلِكَ نَجْزِي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Musa reached his full strength and maturity, We gave him understanding and knowledge. That is how We reward those who do good.</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3099816"/>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وَدَخَلَ الْمَدِينَةَ عَلَىٰ حِينِ غَفْلَةٍ مِّنْ أَهْلِهَا فَوَجَدَ فِيهَا رَجُلَيْنِ يَقْتَتِلَانِ هَٰذَا مِن شِيعَتِهِ وَهَٰذَا مِنْ عَدُوِّهِ فَاسْتَغَٰثَهُ الَّذِي مِن شِيعَتِهِ عَلَى الَّذِي مِنْ عَدُوِّهِ فَوَكَزَهُ مُوسَىٰ فَقَضَىٰ عَلَيْهِ قَالَ هَٰذَا مِنْ عَمَلِ الشَّيْطَٰنِ إِنَّهُ عَدُوٌّ مُّضِلٌّ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entered the city at a time when its people were not paying attention and found two men fighting, one from his people and one from Pharaoh's people. The one from his people called for his help, so Musa struck the other with his fist, and he died. Musa said: This is from Satan's work; he is a clear, misleading enemy.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إِنِّي ظَلَمْتُ نَفْسِي فَاغْفِرْ لِي فَغَفَرَ لَهُ إِنَّهُ هُوَ الْغَفُورُ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I have wronged myself, so forgive me. So He forgave him; He is the Forgiving, the Most Merciful.</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بِمَآ أَنْعَمْتَ عَلَيَّ فَلَنْ أَكُونَ ظَهِيرًا لِّلْمُجْرِمِينَ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because of the blessings You have given me, I will never be a helper to the criminals.</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فَأَصْبَحَ فِي الْمَدِينَةِ خَآئِفًا يَتَرَقَّبُ فَإِذَا الَّذِي اسْتَنصَرَهُ بِالْأَمْسِ يَسْتَصْرِخُهُ قَالَ لَهُ مُوسَىٰ إِنَّكَ لَغَوِيٌّ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morning he was in the city, afraid and watchful, and the man who asked for his help the day before called on him again. Musa said to him: You are clearly a troublemaker.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أَنْ أَرَادَ أَن يَبْطِشَ بِالَّذِي هُوَ عَدُوٌّ لَّهُمَا قَالَ يَٰمُوسَىٰ أَتُرِيدُ أَن تَقْتُلَنِي كَمَا قَتَلْتَ نَفْسًا بِالْأَمْسِ إِن تُرِيدُ إِلَّآ أَن تَكُونَ جَبَّارًا فِي الْأَرْضِ وَمَا تُرِيدُ أَن تَكُونَ مِنَ الْمُصْلِحِينَ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wanted to seize the Egyptian man, the enemy of them both, the man said: O Musa, do you want to kill me as you killed someone yesterday? You only want to be a tyrant in the land, not one who puts things right.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 رَجُلٌ مِّنْ أَقْصَا الْمَدِينَةِ يَسْعَىٰ قَالَ يَٰمُوسَىٰ إِنَّ الْمَلَأَ يَأْتَمِرُونَ بِكَ لِيَقْتُلُوكَ فَاخْرُجْ إِنِّي لَكَ مِنَ النَّـٰصِحِينَ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man came running from the far end of the city and said: O Musa, the chiefs of Pharaoh's people are discussing killing you, so leave; I am giving you sincere advice.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فَخَرَجَ مِنْهَا خَآئِفًا يَتَرَقَّبُ قَالَ رَبِّ نَجِّنِي مِنَ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Musa left the city, afraid and watchful, and said: My Lord, save me from the wrongdoing people.</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26769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تَوَجَّهَ تِلْقَآءَ مَدْيَنَ قَالَ عَسَىٰ رَبِّي أَن يَهْدِيَنِي سَوَآءَ السَّبِيلِ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headed towards Madyan, he said: Perhaps my Lord will guide me to the right way.</a:t>
            </a:r>
            <a:endParaRPr lang="en-US" sz="3000" dirty="0"/>
          </a:p>
        </p:txBody>
      </p:sp>
      <p:sp>
        <p:nvSpPr>
          <p:cNvPr id="14" name="Shape 12"/>
          <p:cNvSpPr/>
          <p:nvPr/>
        </p:nvSpPr>
        <p:spPr>
          <a:xfrm>
            <a:off x="1444752" y="3803904"/>
            <a:ext cx="8641080" cy="0"/>
          </a:xfrm>
          <a:prstGeom prst="line">
            <a:avLst/>
          </a:prstGeom>
          <a:noFill/>
          <a:ln w="9525">
            <a:solidFill>
              <a:schemeClr val="accent2"/>
            </a:solidFill>
            <a:prstDash val="dash"/>
          </a:ln>
        </p:spPr>
      </p:sp>
      <p:sp>
        <p:nvSpPr>
          <p:cNvPr id="15" name="Shape 13"/>
          <p:cNvSpPr/>
          <p:nvPr/>
        </p:nvSpPr>
        <p:spPr>
          <a:xfrm>
            <a:off x="713232" y="3984498"/>
            <a:ext cx="548640" cy="548640"/>
          </a:xfrm>
          <a:prstGeom prst="star8">
            <a:avLst/>
          </a:prstGeom>
          <a:solidFill>
            <a:schemeClr val="accent2"/>
          </a:solidFill>
          <a:ln/>
        </p:spPr>
      </p:sp>
      <p:sp>
        <p:nvSpPr>
          <p:cNvPr id="16" name="Shape 14"/>
          <p:cNvSpPr/>
          <p:nvPr/>
        </p:nvSpPr>
        <p:spPr>
          <a:xfrm>
            <a:off x="822960" y="409422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844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8" name="Text 16"/>
          <p:cNvSpPr txBox="1"/>
          <p:nvPr/>
        </p:nvSpPr>
        <p:spPr>
          <a:xfrm>
            <a:off x="1444752" y="396621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وَلَمَّا وَرَدَ مَآءَ مَدْيَنَ وَجَدَ عَلَيْهِ أُمَّةً مِّنَ النَّاسِ يَسْقُونَ وَوَجَدَ مِن دُونِهِمُ امْرَأَتَيْنِ تَذُودَانِ قَالَ مَا خَطْبُكُمَا قَالَتَا لَا نَسْقِي حَتَّىٰ يُصْدِرَ الرِّعَآءُ وَأَبُونَا شَيْخٌ 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arrived at the well of Madyan, he found a crowd of people watering their animals, and he found two women holding back their sheep from the water. He said: What is the matter with you? They said: We cannot water our sheep until the shepherds leave, and our father is a very old man.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24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فَسَقَىٰ لَهُمَا ثُمَّ تَوَلَّىٰ إِلَى الظِّلِّ فَقَالَ رَبِّ إِنِّي لِمَآ أَنزَلْتَ إِلَيَّ مِنْ خَيْرٍ فَقِيرٌ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watered their sheep for them, then went back to the shade and said: My Lord, I am truly in need of whatever good You send down to me.</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فَجَآءَتْهُ إِحْدَىٰهُمَا تَمْشِي عَلَى اسْتِحْيَآءٍ قَالَتْ إِنَّ أَبِي يَدْعُوكَ لِيَجْزِيَكَ أَجْرَ مَا سَقَيْتَ لَنَا فَلَمَّا جَآءَهُ وَقَصَّ عَلَيْهِ الْقَصَصَ قَالَ لَا تَخَفْ نَجَوْتَ مِنَ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one of the two women came to him, walking shyly, and said: My father invites you so he can pay you for watering our sheep. When Musa came to him and told him his story, he said: Do not be afraid; you have escaped from the wrongdoing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70535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إِحْدَىٰهُمَا يَـٰأَبَتِ اسْتَـْٔجِرْهُ إِنَّ خَيْرَ مَنِ اسْتَـْٔجَرْتَ الْقَوِيُّ الْأَمِينُ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One of the women said: O my father, hire him. The best one to hire is the strong and the trustworthy.</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09981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إِنِّي أُرِيدُ أَنْ أُنكِحَكَ إِحْدَى ابْنَتَيَّ هَٰتَيْنِ عَلَىٰ أَن تَأْجُرَنِي ثَمَٰنِيَ حِجَجٍ فَإِنْ أَتْمَمْتَ عَشْرًا فَمِنْ عِندِكَ وَمَآ أُرِيدُ أَنْ أَشُقَّ عَلَيْكَ سَتَجِدُنِي إِن شَآءَ اللَّهُ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old man said: I want to marry you to one of these two daughters of mine, on condition that you work for me for eight years. If you complete ten, it is a kindness from you. I do not want to make it hard for you; you will find me, if Allah wills, one of the righteous.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ذَٰلِكَ بَيْنِي وَبَيْنَكَ أَيَّمَا الْأَجَلَيْنِ قَضَيْتُ فَلَا عُدْوَٰنَ عَلَيَّ وَاللَّهُ عَلَىٰ مَا نَقُولُ 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That is an agreement between me and you. Whichever of the two periods I complete, there will be no demand for more on me, and Allah is Witness over what we say.</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قَضَىٰ مُوسَى الْأَجَلَ وَسَارَ بِأَهْلِهِ ءَانَسَ مِن جَانِبِ الطُّورِ نَارًا قَالَ لِأَهْلِهِ امْكُثُواْ إِنِّي ءَانَسْتُ نَارًا لَّعَلِّي ءَاتِيكُم مِّنْهَا بِخَبَرٍ أَوْ جَذْوَةٍ مِّنَ النَّارِ لَعَلَّكُمْ تَصْطَلُونَ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Musa had completed the term and was travelling with his family, he saw a fire on the side of Mount Tur. He said to his family: Wait here. I have seen a fire; perhaps I will bring you news about the way, or a burning coal so that you may warm yourselves.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أَتَىٰهَا نُودِيَ مِن شَٰطِيِٕ الْوَادِ الْأَيْمَنِ فِي الْبُقْعَةِ الْمُبَٰرَكَةِ مِنَ الشَّجَرَةِ أَن يَٰمُوسَىٰ إِنِّي أَنَا اللَّهُ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came to it, he was called from the right side of the valley, in the blessed spot, from the tree: O Musa, I am Allah, Lord of the worlds.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أَلْقِ عَصَاكَ فَلَمَّا رَءَاهَا تَهْتَزُّ كَأَنَّهَا جَآنٌّ وَلَّىٰ مُدْبِرًا وَلَمْ يُعَقِّبْ يَٰمُوسَىٰ أَقْبِلْ وَلَا تَخَفْ إِنَّكَ مِنَ الْأمِنِينَ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Throw down your staff. When he saw it moving like a quick snake, he turned and ran without looking back. He was told: O Musa, come forward and do not be afraid; you are safe.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اسْلُكْ يَدَكَ فِي جَيْبِكَ تَخْرُجْ بَيْضَآءَ مِنْ غَيْرِ سُوءٍ وَاضْمُمْ إِلَيْكَ جَنَاحَكَ مِنَ الرَّهْبِ فَذَٰنِكَ بُرْهَٰنَانِ مِن رَّبِّكَ إِلَىٰ فِرْعَوْنَ وَمَلَإِيْهِ إِنَّهُمْ كَانُواْ قَوْمًا فَٰسِقِينَ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Put your hand into the opening of your garment; it will come out white without any illness. And hold your arm close to you to calm your fear. These are two miracles from your Lord to Pharaoh and his chiefs; they are a disobedient people.</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إِنِّي قَتَلْتُ مِنْهُمْ نَفْسًا فَأَخَافُ أَن يَقْتُلُونِ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I killed one of them, and I fear they will kill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وَأَخِي هَٰرُونُ هُوَ أَفْصَحُ مِنِّي لِسَانًا فَأَرْسِلْهُ مَعِيَ رِدْءًا يُصَدِّقُنِي إِنِّي أَخَافُ أَن يُكَذِّبُونِ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My brother Harun speaks more clearly than I do, so send him with me as a helper to confirm what I say; I fear they will deny me.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سَنَشُدُّ عَضُدَكَ بِأَخِيكَ وَنَجْعَلُ لَكُمَا سُلْطَٰنًا فَلَا يَصِلُونَ إِلَيْكُمَا بِـَٔايَٰتِنَآ أَنتُمَا وَمَنِ اتَّبَعَكُمَا الْغَٰلِبُونَ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We will strengthen you with your brother and give you both authority, so they will not be able to harm you. With Our signs, you two and those who follow you will be the winners.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جَآءَهُم مُّوسَىٰ بِـَٔايَٰتِنَا بَيِّنَٰتٍ قَالُواْ مَا هَٰذَآ إِلَّا سِحْرٌ مُّفْتَرًى وَمَا سَمِعْنَا بِهَٰذَا فِي ءَابَآئِنَا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Musa came to them with Our clear miracles, they said: This is only made-up magic, and we never heard of this from our forefathers.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مُوسَىٰ رَبِّي أَعْلَمُ بِمَن جَآءَ بِالْهُدَىٰ مِنْ عِندِهِ وَمَن تَكُونُ لَهُ عَٰقِبَةُ الدَّارِ إِنَّهُ لَا يُفْلِحُ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My Lord knows best who has brought guidance from Him and who will have the good end. The wrongdoers will never succeed.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فِرْعَوْنُ يَـٰأَيُّهَا الْمَلَأُ مَا عَلِمْتُ لَكُم مِّنْ إِلَٰهٍ غَيْرِي فَأَوْقِدْ لِي يَٰهَٰمَٰنُ عَلَى الطِّينِ فَاجْعَل لِّي صَرْحًا لَّعَلِّي أَطَّلِعُ إِلَىٰ إِلَٰهِ مُوسَىٰ وَإِنِّي لَأَظُنُّهُ مِنَ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O chiefs, I know of no god for you other than me. So, Haman, bake clay bricks for me and build me a tall tower so that I may look up at the God of Musa, though I think he is a liar.</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وَاسْتَكْبَرَ هُوَ وَجُنُودُهُ فِي الْأَرْضِ بِغَيْرِ الْحَقِّ وَظَنُّواْ أَنَّهُمْ إِلَيْنَا لَا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and his armies were arrogant in the land without right, and thought they would not be returned to Us.</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فَأَخَذْنَٰهُ وَجُنُودَهُ فَنَبَذْنَٰهُمْ فِي الْيَمِّ فَانظُرْ كَيْفَ كَانَ عَٰقِبَةُ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seized him and his armies and threw them into the sea. See what the end of the wrongdoers was!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وَجَعَلْنَٰهُمْ أَئِمَّةً يَدْعُونَ إِلَى النَّارِ وَيَوْمَ الْقِيَٰمَةِ لَا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them leaders calling to the Fire, and on the Day of Resurrection they will not be helped.</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وَأَتْبَعْنَٰهُمْ فِي هَٰذِهِ الدُّنْيَا لَعْنَةً وَيَوْمَ الْقِيَٰمَةِ هُم مِّنَ الْمَقْبُوحِينَ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made a curse follow them in this world, and on the Day of Resurrection they will be among the disgraced.</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مُوسَى الْكِتَٰبَ مِن بَعْدِ مَآ أَهْلَكْنَا الْقُرُونَ الْأُولَىٰ بَصَآئِرَ لِلنَّاسِ وَهُدًى وَرَحْمَةً لَّعَلَّهُمْ يَتَذَكَّرُونَ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Musa the Torah after We had destroyed the earlier nations, as insight, guidance and mercy for people, so that they may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كُنتَ بِجَانِبِ الْغَرْبِيِّ إِذْ قَضَيْنَآ إِلَىٰ مُوسَى الْأَمْرَ وَمَا كُنتَ مِنَ الشَّـٰهِدِينَ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O Muhammad, were not present on the western side of the mountain when We gave Musa the mission, nor were you a witness. So this is revelation from Allah.</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وَلَٰكِنَّآ أَنشَأْنَا قُرُونًا فَتَطَاوَلَ عَلَيْهِمُ الْعُمُرُ وَمَا كُنتَ ثَاوِيًا فِي أَهْلِ مَدْيَنَ تَتْلُواْ عَلَيْهِمْ ءَايَٰتِنَا وَلَٰكِنَّا كُنَّا 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We created generations, and long ages passed over them, so they forgot. Nor were you living among the people of Madyan, reciting Our verses to them, but it is We who sent you this news.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كُنتَ بِجَانِبِ الطُّورِ إِذْ نَادَيْنَا وَلَٰكِن رَّحْمَةً مِّن رَّبِّكَ لِتُنذِرَ قَوْمًا مَّآ أَتَىٰهُم مِّن نَّذِيرٍ مِّن قَبْلِكَ لَعَلَّهُمْ يَتَذَكَّرُونَ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were you by Mount Tur when We called Musa, but you were sent as a mercy from your Lord, to warn a people to whom no warner came before you, so that they may take heed.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أَن تُصِيبَهُم مُّصِيبَةٌ بِمَا قَدَّمَتْ أَيْدِيهِمْ فَيَقُولُواْ رَبَّنَا لَوْلَآ أَرْسَلْتَ إِلَيْنَا رَسُولًا فَنَتَّبِعَ ءَايَٰتِكَ وَنَكُونَ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not that a punishment would strike them for their sins, and they would say: Our Lord, why did You not send us a messenger so we could follow Your verses and be believers? We would not have sent you. So We sent you to leave them no excuse.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جَآءَهُمُ الْحَقُّ مِنْ عِندِنَا قَالُواْ لَوْلَآ أُوتِيَ مِثْلَ مَآ أُوتِيَ مُوسَىٰ أَوَلَمْ يَكْفُرُواْ بِمَآ أُوتِيَ مُوسَىٰ مِن قَبْلُ قَالُواْ سِحْرَانِ تَظَٰهَرَا وَقَالُواْ إِنَّا بِكُلٍّ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truth came to them, they said: Why was he not given the like of Musa's miracles? Did they not disbelieve in what Musa was given before? They said: The Torah and the Qur'an are two kinds of magic supporting each other. And they said: We disbelieve in both.</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فَأْتُواْ بِكِتَٰبٍ مِّنْ عِندِ اللَّهِ هُوَ أَهْدَىٰ مِنْهُمَآ أَتَّبِعْهُ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Then bring a Book from Allah that gives better guidance than both, and I will follow it,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لَّمْ يَسْتَجِيبُواْ لَكَ فَاعْلَمْ أَنَّمَا يَتَّبِعُونَ أَهْوَآءَهُمْ وَمَنْ أَضَلُّ مِمَّنِ اتَّبَعَ هَوَىٰهُ بِغَيْرِ هُدًى مِّنَ اللَّهِ إِنَّ 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do not answer you, know that they only follow their desires. Who is more astray than one who follows his desire without guidance from Allah? Allah does not guide the wrongdoing people.</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وَصَّلْنَا لَهُمُ الْقَوْلَ لَعَلَّهُمْ يَتَذَكَّرُونَ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the Qur'an to them one part after another, so that they may take heed.</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ءَاتَيْنَٰهُمُ الْكِتَٰبَ مِن قَبْلِهِ هُم بِهِ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fair-minded people to whom We gave the Book before the Qur'an believe in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يُتْلَىٰ عَلَيْهِمْ قَالُواْ ءَامَنَّا بِهِ إِنَّهُ الْحَقُّ مِن رَّبِّنَآ إِنَّا كُنَّا مِن قَبْلِهِ 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it is recited to them, they say: We believe in it; it is the truth from our Lord. We were Muslims even before it.</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يُؤْتَوْنَ أَجْرَهُم مَّرَّتَيْنِ بِمَا صَبَرُواْ وَيَدْرَءُونَ بِالْحَسَنَةِ السَّيِّئَةَ وَمِمَّا رَزَقْنَٰهُمْ يُنفِقُونَ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be given their reward twice for their patience. They push away evil with good, and they spend from what We have provided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سَمِعُواْ اللَّغْوَ أَعْرَضُواْ عَنْهُ وَقَالُواْ لَنَآ أَعْمَٰلُنَا وَلَكُمْ أَعْمَٰلُكُمْ سَلَٰمٌ عَلَيْكُمْ لَا نَبْتَغِي الْجَٰهِلِينَ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hear useless talk, they turn away from it and say: We have our deeds and you have yours. Peace be on you; we do not seek the company of the ignorant.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 لَا تَهْدِي مَنْ أَحْبَبْتَ وَلَٰكِنَّ اللَّهَ يَهْدِي مَن يَشَآءُ وَهُوَ أَعْلَمُ بِالْمُهْتَدِينَ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O Muhammad, cannot give guidance to whom you love, but Allah guides whom He wills, and He knows best who deserves guidance.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إِن نَّتَّبِعِ الْهُدَىٰ مَعَكَ نُتَخَطَّفْ مِنْ أَرْضِنَآ أَوَلَمْ نُمَكِّن لَّهُمْ حَرَمًا ءَامِنًا يُجْبَىٰ إِلَيْهِ ثَمَرَٰتُ كُلِّ شَيْءٍ رِّزْقًا مِّن لَّدُنَّا وَلَٰكِنَّ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said: If we follow the guidance with you, the Arabs will snatch us from our land. Did We not establish for them a safe sanctuary, to which fruits of every kind are brought as provision from Us? But most of them do not know.</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وَكَمْ أَهْلَكْنَا مِن قَرْيَةٍ بَطِرَتْ مَعِيشَتَهَا فَتِلْكَ مَسَٰكِنُهُمْ لَمْ تُسْكَن مِّن بَعْدِهِمْ إِلَّا قَلِيلًا وَكُنَّا نَحْنُ الْوَٰرِثِينَ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towns We destroyed that became arrogant with their blessings! There are their homes, hardly lived in after them, and We were the inheritors.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رَبُّكَ مُهْلِكَ الْقُرَىٰ حَتَّىٰ يَبْعَثَ فِي أُمِّهَا رَسُولًا يَتْلُواْ عَلَيْهِمْ ءَايَٰتِنَا وَمَا كُنَّا مُهْلِكِي الْقُرَىٰ إِلَّا وَأَهْلُهَا 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would never destroy towns until He sent to their capital a messenger reciting Our verses to them, and We would never destroy towns unless their people were wrongdoers.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أُوتِيتُم مِّن شَيْءٍ فَمَتَٰعُ الْحَيَوٰةِ الدُّنْيَا وَزِينَتُهَا وَمَا عِندَ اللَّهِ خَيْرٌ وَأَبْقَىٰ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you are given is only the enjoyment and decoration of this worldly life, and Allah's reward is better and more lasting. Will you not use your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وَعَدْنَٰهُ وَعْدًا حَسَنًا فَهُوَ لَٰقِيهِ كَمَن مَّتَّعْنَٰهُ مَتَٰعَ الْحَيَوٰةِ الدُّنْيَا ثُمَّ هُوَ يَوْمَ الْقِيَٰمَةِ مِنَ الْمُحْضَرِينَ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one to whom We promised Paradise, which he will receive, like the one We let enjoy this world, who then on the Day of Resurrection is brought for punishment?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يُنَادِيهِمْ فَيَقُولُ أَيْنَ شُرَكَآءِيَ الَّذِينَ كُنتُمْ تَزْعُمُونَ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Allah calls the idol-worshippers and says: Where are My so-called partners you used to claim?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الَّذِينَ حَقَّ عَلَيْهِمُ الْقَوْلُ رَبَّنَا هَـٰؤُلَآءِ الَّذِينَ أَغْوَيْنَآ أَغْوَيْنَٰهُمْ كَمَا غَوَيْنَا تَبَرَّأْنَآ إِلَيْكَ مَا كَانُواْ إِيَّانَا يَعْبُدُونَ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leaders of disbelief, who deserve the punishment, will say: Our Lord, these are the ones we misled. We misled them as we ourselves went astray. We declare to You that we are free of them; they did not worship us, but their desires.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وَقِيلَ ادْعُواْ شُرَكَآءَكُمْ فَدَعَوْهُمْ فَلَمْ يَسْتَجِيبُواْ لَهُمْ وَرَأَوُاْ الْعَذَابَ لَوْ أَنَّهُمْ كَانُواْ يَهْتَدُونَ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will be said: Call on your gods. They will call on them, but they will not answer them, and they will see the punishment, wishing they had been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يُنَادِيهِمْ فَيَقُولُ مَاذَآ أَجَبْتُمُ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He calls them and says: How did you answer the messengers?</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فَعَمِيَتْ عَلَيْهِمُ الْأَنبَآءُ يَوْمَئِذٍ فَهُمْ لَا يَتَسَآءَلُونَ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arguments will be hidden from them that Day, and they will not even ask one another, out of confusion.</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مَن تَابَ وَءَامَنَ وَعَمِلَ صَٰلِحًا فَعَسَىٰ أَن يَكُونَ مِنَ الْمُفْلِحِينَ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repents, believes and does good deeds may well be among the successful.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وَرَبُّكَ يَخْلُقُ مَا يَشَآءُ وَيَخْتَارُ مَا كَانَ لَهُمُ الْخِيَرَةُ سُبْحَٰنَ اللَّهِ وَتَعَٰلَىٰ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creates whatever He wills and chooses whatever He wills; they have no choice over Allah. Glory be to Allah, high above what they associate with Him.</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وَرَبُّكَ يَعْلَمُ مَا تُكِنُّ صُدُورُهُمْ وَمَا يُعْلِنُونَ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knows what their hearts hide and what they show.</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اللَّهُ لَآ إِلَٰهَ إِلَّا هُوَ لَهُ الْحَمْدُ فِي الْأُولَىٰ وَالْأخِرَةِ وَلَهُ الْحُكْمُ وَإِلَيْهِ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Allah; none deserves worship but Him. All praise belongs to Him in this world and the Hereafter, judgement is His, and to Him you will be returned.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إِن جَعَلَ اللَّهُ عَلَيْكُمُ الَّيْلَ سَرْمَدًا إِلَىٰ يَوْمِ الْقِيَٰمَةِ مَنْ إِلَٰهٌ غَيْرُ اللَّهِ يَأْتِيكُم بِضِيَآءٍ أَفَلَا تَسْمَعُونَ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if Allah made the night continue over you until the Day of Resurrection, what god other than Allah could bring you light? Will you not listen?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إِن جَعَلَ اللَّهُ عَلَيْكُمُ النَّهَارَ سَرْمَدًا إِلَىٰ يَوْمِ الْقِيَٰمَةِ مَنْ إِلَٰهٌ غَيْرُ اللَّهِ يَأْتِيكُم بِلَيْلٍ تَسْكُنُونَ فِيهِ أَفَلَا تُبْصِرُونَ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if Allah made the day continue over you until the Day of Resurrection, what god other than Allah could bring you night to rest in? Will you not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رَّحْمَتِهِ جَعَلَ لَكُمُ الَّيْلَ وَالنَّهَارَ لِتَسْكُنُواْ فِيهِ وَلِتَبْتَغُواْ مِن فَضْلِهِ وَلَعَلَّكُمْ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His mercy He made for you the night and the day, so that you may rest at night, seek provision during the day, and be thankful.</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يُنَادِيهِمْ فَيَقُولُ أَيْنَ شُرَكَآءِيَ الَّذِينَ كُنتُمْ تَزْعُمُونَ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He calls them and says: Where are My so-called partners you used to claim?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وَنَزَعْنَا مِن كُلِّ أُمَّةٍ شَهِيدًا فَقُلْنَا هَاتُواْ بُرْهَٰنَكُمْ فَعَلِمُواْ أَنَّ الْحَقَّ لِلَّهِ وَضَلَّ عَنْهُم 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bring out from every nation a witness against it, its prophet, and say to the idol-worshippers: Bring your proof. Then they will know that the truth belongs to Allah, and the lies they made up will be lost.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قَٰرُونَ كَانَ مِن قَوْمِ مُوسَىٰ فَبَغَىٰ عَلَيْهِمْ وَءَاتَيْنَٰهُ مِنَ الْكُنُوزِ مَآ إِنَّ مَفَاتِحَهُ لَتَنُوأُ بِالْعُصْبَةِ أُوْلِي الْقُوَّةِ إِذْ قَالَ لَهُ قَوْمُهُ لَا تَفْرَحْ إِنَّ اللَّهَ لَا يُحِبُّ الْفَرِحِينَ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Qarun was from the people of Musa, but he acted arrogantly towards them. We gave him so many treasures that their keys were too heavy for a group of strong men to carry. His people said to him: Do not boast; Allah does not love those who boast arrogantly.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وَابْتَغِ فِيمَآ ءَاتَىٰكَ اللَّهُ الدَّارَ الْأخِرَةَ وَلَا تَنسَ نَصِيبَكَ مِنَ الدُّنْيَا وَأَحْسِن كَمَآ أَحْسَنَ اللَّهُ إِلَيْكَ وَلَا تَبْغِ الْفَسَادَ فِي الْأَرْضِ إِنَّ اللَّهَ لَا يُحِبُّ 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Seek the home of the Hereafter with what Allah has given you of wealth, but do not forget your lawful share of this world. Be good to people as Allah has been good to you, and do not seek corruption in the land; Allah does not love the corrupters.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إِنَّمَآ أُوتِيتُهُ عَلَىٰ عِلْمٍ عِندِي أَوَلَمْ يَعْلَمْ أَنَّ اللَّهَ قَدْ أَهْلَكَ مِن قَبْلِهِ مِنَ الْقُرُونِ مَنْ هُوَ أَشَدُّ مِنْهُ قُوَّةً وَأَكْثَرُ جَمْعًا وَلَا يُسْـَٔلُ عَن ذُنُوبِهِمُ الْمُجْرِمُونَ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Qarun said: I was only given this wealth because of my own knowledge and skill. Did he not know that Allah had destroyed before him nations that were stronger and richer than him? The criminals will not be asked about their sins to inform Allah, for He already knows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فَخَرَجَ عَلَىٰ قَوْمِهِ فِي زِينَتِهِ قَالَ الَّذِينَ يُرِيدُونَ الْحَيَوٰةَ الدُّنْيَا يَٰلَيْتَ لَنَا مِثْلَ مَآ أُوتِيَ قَٰرُونُ إِنَّهُ لَذُو حَظٍّ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Qarun went out before his people in his finery. Those who wanted this worldly life said: If only we had what Qarun has been given; he is truly very fortunate.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أُوتُواْ الْعِلْمَ وَيْلَكُمْ ثَوَابُ اللَّهِ خَيْرٌ لِّمَنْ ءَامَنَ وَعَمِلَ صَٰلِحًا وَلَا يُلَقَّىٰهَآ إِلَّا الصَّـٰبِرُونَ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people of knowledge said: Shame on you! Allah's reward is better for whoever believes and does good, and only the patient are granted this wisdom.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فَخَسَفْنَا بِهِ وَبِدَارِهِ الْأَرْضَ فَمَا كَانَ لَهُ مِن فِئَةٍ يَنصُرُونَهُ مِن دُونِ اللَّهِ وَمَا كَانَ مِنَ الْمُنتَصِرِينَ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made the earth swallow him and his house, and he had no group to help him against Allah, nor could he help himself.</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وَأَصْبَحَ الَّذِينَ تَمَنَّوْاْ مَكَانَهُ بِالْأَمْسِ يَقُولُونَ وَيْكَأَنَّ اللَّهَ يَبْسُطُ الرِّزْقَ لِمَن يَشَآءُ مِنْ عِبَادِهِ وَيَقْدِرُ لَوْلَآ أَن مَّنَّ اللَّهُ عَلَيْنَا لَخَسَفَ بِنَا وَيْكَأَنَّهُ لَا يُفْلِحُ الْكَٰفِرُونَ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had wished to be in his place the day before began to say: How amazing! Allah gives plenty of provision to whom He wills and gives little to whom He wills. If Allah had not been kind to us, He would have made the earth swallow us too. How amazing! The disbelievers never succeed.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83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الدَّارُ الْأخِرَةُ نَجْعَلُهَا لِلَّذِينَ لَا يُرِيدُونَ عُلُوًّا فِي الْأَرْضِ وَلَا فَسَادًا وَالْعَٰقِبَةُ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home of the Hereafter We give to those who do not want arrogance on earth or corruption. The good end is for those with taqwa.</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جَآءَ بِالْحَسَنَةِ فَلَهُ خَيْرٌ مِّنْهَا وَمَن جَآءَ بِالسَّيِّئَةِ فَلَا يُجْزَى الَّذِينَ عَمِلُواْ السَّيِّـَٔاتِ إِلَّا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brings a good deed will have better than it, and whoever brings a bad deed, those who did bad deeds are only repaid for what they used to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85 – 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 فَرَضَ عَلَيْكَ الْقُرْءَانَ لَرَآدُّكَ إِلَىٰ مَعَادٍ قُل رَّبِّي أَعْلَمُ مَن جَآءَ بِالْهُدَىٰ وَمَنْ هُوَ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One who sent down the Qur'an to you and made acting on it obligatory will surely bring you back to Makkah as a conqueror. Say: My Lord knows best who has brought guidance and who is clearly astray.</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كُنتَ تَرْجُواْ أَن يُلْقَىٰ إِلَيْكَ الْكِتَٰبُ إِلَّا رَحْمَةً مِّن رَّبِّكَ فَلَا تَكُونَنَّ ظَهِيرًا لِّلْكَٰفِرِينَ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never expected the Qur'an to be sent down to you, but Allah sent it as a mercy from your Lord. So never be a helper to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Al-Qasas</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87 –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يَصُدُّنَّكَ عَنْ ءَايَٰتِ اللَّهِ بَعْدَ إِذْ أُنزِلَتْ إِلَيْكَ وَادْعُ إِلَىٰ رَبِّكَ وَلَا تَكُونَنَّ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let the idol-worshippers turn you away from Allah's verses after they have been sent down to you. Call to your Lord, and never be one of the idol-worshippers.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تَدْعُ مَعَ اللَّهِ إِلَٰهًا ءَاخَرَ لَآ إِلَٰهَ إِلَّا هُوَ كُلُّ شَيْءٍ هَالِكٌ إِلَّا وَجْهَهُ لَهُ الْحُكْمُ وَإِلَيْهِ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call on another god with Allah; none deserves worship but Him. Everything will perish except His Face. Judgement is His, and to Him you will be returned.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An-Naml</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56 – 93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27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starts from verse 56: the end of Lut's story, then heart-stirring questions, "Is there any god with Allah?", that prove tawhid, signs of the Hour such as the coming out of the Beast, and scenes of the Day of Resurrection.</a:t>
            </a:r>
            <a:endParaRPr lang="en-US" sz="17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كَانَ جَوَابَ قَوْمِهِ إِلَّآ أَن قَالُواْ أَخْرِجُواْ ءَالَ لُوطٍ مِّن قَرْيَتِكُمْ إِنَّهُمْ أُنَاسٌ يَتَطَهَّرُونَ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only answer of Lut's people was to say: Drive Lut's family out of your town; they are people who keep themselves pure from what we do.</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فَأَنجَيْنَٰهُ وَأَهْلَهُ إِلَّا امْرَأَتَهُ قَدَّرْنَٰهَا مِنَ الْغَٰبِرِينَ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saved him and his family, except his wife; We decreed that she would be among those destroyed.</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وَأَمْطَرْنَا عَلَيْهِم مَّطَرًا فَسَآءَ مَطَرُ الْمُنذَرِينَ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rained stones on them from the sky. How evil was the rain of those who were warned!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الْحَمْدُ لِلَّهِ وَسَلَٰمٌ عَلَىٰ عِبَادِهِ الَّذِينَ اصْطَفَىٰ ءَآللَّهُ خَيْرٌ أَمَّا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All praise is for Allah, and peace be on His servants whom He has chosen. Is Allah better, or the idols they worship?</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أَمَّنْ خَلَقَ السَّمَٰوَٰتِ وَالْأَرْضَ وَأَنزَلَ لَكُم مِّنَ السَّمَآءِ مَآءً فَأَنبَتْنَا بِهِ حَدَآئِقَ ذَاتَ بَهْجَةٍ مَّا كَانَ لَكُمْ أَن تُنبِتُواْ شَجَرَهَآ أَءِلَٰهٌ مَّعَ اللَّهِ بَلْ هُمْ قَوْمٌ يَعْدِلُونَ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who created the heavens and the earth, and sent down rain for you from the sky, with which We grew beautiful gardens whose trees you could never grow? Is there any god with Allah? Rather, they are a people who set up partners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أَمَّن جَعَلَ الْأَرْضَ قَرَارًا وَجَعَلَ خِلَٰلَهَآ أَنْهَٰرًا وَجَعَلَ لَهَا رَوَٰسِيَ وَجَعَلَ بَيْنَ الْبَحْرَيْنِ حَاجِزًا أَءِلَٰهٌ مَّعَ اللَّهِ بَلْ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who made the earth a stable place to live, placed rivers through it, set firm mountains on it, and placed a barrier between the fresh and salty seas? Is there any god with Allah? Rather, most of them do not know.</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أَمَّن يُجِيبُ الْمُضْطَرَّ إِذَا دَعَاهُ وَيَكْشِفُ السُّوءَ وَيَجْعَلُكُمْ خُلَفَآءَ الْأَرْضِ أَءِلَٰهٌ مَّعَ اللَّهِ قَلِيلًا مَّا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who answers the one in distress when he calls on Him, removes the harm, and makes you successors on earth? Is there any god with Allah? Little do you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أَمَّن يَهْدِيكُمْ فِي ظُلُمَٰتِ الْبَرِّ وَالْبَحْرِ وَمَن يُرْسِلُ الرِّيَٰحَ بُشْرًا بَيْنَ يَدَيْ رَحْمَتِهِ أَءِلَٰهٌ مَّعَ اللَّهِ تَعَٰلَى اللَّهُ عَمَّا يُشْرِكُونَ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who guides you by the stars in the darkness of land and sea, and sends the winds as good news of rain? Is there any god with Allah? Exalted is Allah above what they associate with Him.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أَمَّن يَبْدَؤُاْ الْخَلْقَ ثُمَّ يُعِيدُهُ وَمَن يَرْزُقُكُم مِّنَ السَّمَآءِ وَالْأَرْضِ أَءِلَٰهٌ مَّعَ اللَّهِ قُلْ هَاتُواْ بُرْهَٰنَكُمْ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who begins creation and then repeats it, and who provides for you from the sky and the earth? Is there any god with Allah? Say: Bring your proof,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لَّا يَعْلَمُ مَن فِي السَّمَٰوَٰتِ وَالْأَرْضِ الْغَيْبَ إِلَّا اللَّهُ وَمَا يَشْعُرُونَ أَيَّانَ يُبْعَثُونَ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No one in the heavens or the earth knows the unseen except Allah, and they do not know when they will be raised.</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ادَّـٰرَكَ عِلْمُهُمْ فِي الْأخِرَةِ بَلْ هُمْ فِي شَكٍّ مِّنْهَا بَلْ هُم مِّنْهَا عَمُونَ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their knowledge of the Hereafter has failed and cannot reach it. Rather, they are in doubt about it; rather, they are blind to it.</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أَءِذَا كُنَّا تُرَٰبًا وَءَابَآؤُنَآ أَئِنَّا لَمُخْرَجُونَ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When we and our fathers have become dust, will we really be brought out of our graves?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وُعِدْنَا هَٰذَا نَحْنُ وَءَابَآؤُنَا مِن قَبْلُ إِنْ هَٰذَآ إِلَّآ أَسَٰطِيرُ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and our fathers were promised this before. This is nothing but the tales of the ancients.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سِيرُواْ فِي الْأَرْضِ فَانظُرُواْ كَيْفَ كَانَ عَٰقِبَةُ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Travel through the land and see what the end of the criminals was.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تَحْزَنْ عَلَيْهِمْ وَلَا تَكُن فِي ضَيْقٍ مِّمَّا يَمْكُرُونَ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grieve over their denial, and do not feel troubled by their plots.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When will this promised punishment come,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عَسَىٰ أَن يَكُونَ رَدِفَ لَكُم بَعْضُ الَّذِي تَسْتَعْجِلُونَ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Perhaps some of what you are asking to hurry has already come close to you.</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لَذُو فَضْلٍ عَلَى النَّاسِ وَلَٰكِنَّ أَكْثَرَهُمْ لَا يَشْكُرُونَ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full of favour to people by delaying the punishment, but most of them are not thankful.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رَبَّكَ لَيَعْلَمُ مَا تُكِنُّ صُدُورُهُمْ وَمَا يُعْلِنُونَ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knows what their hearts hide and what they show.</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مِنْ غَآئِبَةٍ فِي السَّمَآءِ وَالْأَرْضِ إِلَّا فِي كِتَٰبٍ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nothing hidden in the sky or the earth that is not written in a clear Book.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76 – 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الْقُرْءَانَ يَقُصُّ عَلَىٰ بَنِي إِسْرَـٰءِيلَ أَكْثَرَ الَّذِي هُمْ فِيهِ يَخْتَلِفُونَ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explains to the Children of Israel the truth in most of the things they differ about.</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وَإِنَّهُ لَهُدًى وَرَحْمَةٌ لِّلْمُؤْمِنِينَ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it is guidance and mercy for the believers.</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 يَقْضِي بَيْنَهُم بِحُكْمِهِ وَهُوَ الْعَزِيزُ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will judge between them with His just judgement, and He is the Almighty, the All-Knowing.</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فَتَوَكَّلْ عَلَى اللَّهِ إِنَّكَ عَلَى الْحَقِّ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put your trust in Allah; you are on the clear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80 – 81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 لَا تُسْمِعُ الْمَوْتَىٰ وَلَا تُسْمِعُ الصُّمَّ الدُّعَآءَ إِذَا وَلَّوْاْ مُدْبِرِينَ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cannot make the dead hear, nor make the deaf hear the call when they turn their backs and leave.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أَنتَ بِهَٰدِي الْعُمْيِ عَن ضَلَٰلَتِهِمْ إِن تُسْمِعُ إِلَّا مَن يُؤْمِنُ بِـَٔايَٰتِنَا فَهُم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can you guide the blind out of their misguidance. You can only make those hear who believe in Our verses and submit.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82 –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وَقَعَ الْقَوْلُ عَلَيْهِمْ أَخْرَجْنَا لَهُمْ دَآبَّةً مِّنَ الْأَرْضِ تُكَلِّمُهُمْ أَنَّ النَّاسَ كَانُواْ بِـَٔايَٰتِنَا لَا يُوقِنُونَ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punishment becomes due on them near the Hour, We will bring out for them a Beast from the earth that will speak to them, saying that people were not certain of Our signs. It is one of the major signs of the Hour.</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نَحْشُرُ مِن كُلِّ أُمَّةٍ فَوْجًا مِّمَّن يُكَذِّبُ بِـَٔايَٰتِنَا فَهُمْ يُوزَعُونَ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gather from every nation a group of those who denied Our signs, and they are driven along, the first held back for the last to catch up,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84 – 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جَآءُو قَالَ أَكَذَّبْتُم بِـَٔايَٰتِي وَلَمْ تُحِيطُواْ بِهَا عِلْمًا أَمَّاذَا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they come, Allah will say: Did you deny My signs without understanding them? Or what was it you were doing?</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وَوَقَعَ الْقَوْلُ عَلَيْهِم بِمَا ظَلَمُواْ فَهُمْ لَا يَنطِقُونَ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punishment will become due on them because of their wrongdoing, and they will not be able to speak any excuse.</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يَرَوْاْ أَنَّا جَعَلْنَا الَّيْلَ لِيَسْكُنُواْ فِيهِ وَالنَّهَارَ مُبْصِرًا إِنَّ فِي ذَٰلِكَ لَأيَٰتٍ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see that We made the night for them to rest in, and the day full of light? In that are signs for people who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87 –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يُنفَخُ فِي الصُّورِ فَفَزِعَ مَن فِي السَّمَٰوَٰتِ وَمَن فِي الْأَرْضِ إِلَّا مَن شَآءَ اللَّهُ وَكُلٌّ أَتَوْهُ دَٰخِرِينَ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Horn is blown, everyone in the heavens and on earth will be terrified, except whom Allah wills, and all will come to Him humbly.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وَتَرَى الْجِبَالَ تَحْسَبُهَا جَامِدَةً وَهِيَ تَمُرُّ مَرَّ السَّحَابِ صُنْعَ اللَّهِ الَّذِي أَتْقَنَ كُلَّ شَيْءٍ إِنَّهُ خَبِيرٌ بِمَا تَفْعَلُونَ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see the mountains and think they are fixed, but on the Day of Resurrection they will pass like clouds. This is the work of Allah, who perfected everything. He is aware of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89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جَآءَ بِالْحَسَنَةِ فَلَهُ خَيْرٌ مِّنْهَا وَهُم مِّن فَزَعٍ يَوْمَئِذٍ ءَامِنُونَ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brings a good deed will have a better reward than it, and they will be safe from the terror of that Day.</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جَآءَ بِالسَّيِّئَةِ فَكُبَّتْ وُجُوهُهُمْ فِي النَّارِ هَلْ تُجْزَوْنَ إِلَّا 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whoever brings an evil deed, which is shirk, will be thrown on their faces into the Fire: Are you repaid for anything but what you used to do?</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أُمِرْتُ أَنْ أَعْبُدَ رَبَّ هَٰذِهِ الْبَلْدَةِ الَّذِي حَرَّمَهَا وَلَهُ كُلُّ شَيْءٍ وَأُمِرْتُ أَنْ أَكُونَ مِنَ الْمُسْلِمِينَ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have only been commanded to worship the Lord of Makkah, who made it a safe sanctuary, and to Him belongs everything, and I have been commanded to be one of the Muslims,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An-Naml</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أَتْلُوَاْ الْقُرْءَانَ فَمَنِ اهْتَدَىٰ فَإِنَّمَا يَهْتَدِي لِنَفْسِهِ وَمَن ضَلَّ فَقُلْ إِنَّمَآ أَنَا مِنَ الْمُنذِرِينَ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recite the Qur'an to people. Whoever is guided is guided for his own good, and whoever goes astray, say: I am only one of the warners.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وَقُلِ الْحَمْدُ لِلَّهِ سَيُرِيكُمْ ءَايَٰتِهِ فَتَعْرِفُونَهَا وَمَا رَبُّكَ بِغَٰفِلٍ عَمَّا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say: All praise is for Allah. He will show you His signs and you will recognise them. Your Lord is not unaware of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Image 0" descr="assets20/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"My Lord, I am truly in need of whatever good You send down to me." (Al-Qasas 28:24)</a:t>
            </a:r>
            <a:endParaRPr lang="en-US" sz="2100" dirty="0"/>
          </a:p>
        </p:txBody>
      </p:sp>
      <p:pic>
        <p:nvPicPr>
          <p:cNvPr id="5" name="Image 1" descr="assets20/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0 Tafsir EN">
  <a:themeElements>
    <a:clrScheme name="Juz 20 Tafsir EN">
      <a:dk1>
        <a:srgbClr val="2E231E"/>
      </a:dk1>
      <a:lt1>
        <a:srgbClr val="FFFFFF"/>
      </a:lt1>
      <a:dk2>
        <a:srgbClr val="A14A1E"/>
      </a:dk2>
      <a:lt2>
        <a:srgbClr val="FDF8F3"/>
      </a:lt2>
      <a:accent1>
        <a:srgbClr val="A14A1E"/>
      </a:accent1>
      <a:accent2>
        <a:srgbClr val="C9A04A"/>
      </a:accent2>
      <a:accent3>
        <a:srgbClr val="B8612E"/>
      </a:accent3>
      <a:accent4>
        <a:srgbClr val="6E625A"/>
      </a:accent4>
      <a:accent5>
        <a:srgbClr val="F7E9DE"/>
      </a:accent5>
      <a:accent6>
        <a:srgbClr val="2F6B5E"/>
      </a:accent6>
      <a:hlink>
        <a:srgbClr val="B8612E"/>
      </a:hlink>
      <a:folHlink>
        <a:srgbClr val="6E625A"/>
      </a:folHlink>
    </a:clrScheme>
    <a:fontScheme name="Juz 20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80</Slides>
  <Notes>80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80</vt:i4>
      </vt:variant>
    </vt:vector>
  </HeadingPairs>
  <TitlesOfParts>
    <vt:vector size="8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Amman Khalaq — Simplified Tafsir from Ibn Kathir</dc:title>
  <dc:subject>PptxGenJS Presentation</dc:subject>
  <dc:creator>Qur'an Teacher</dc:creator>
  <cp:lastModifiedBy>Qur'an Teacher</cp:lastModifiedBy>
  <cp:revision>1</cp:revision>
  <dcterms:created xsi:type="dcterms:W3CDTF">2026-10-06T20:10:53Z</dcterms:created>
  <dcterms:modified xsi:type="dcterms:W3CDTF">2026-10-06T20:10:53Z</dcterms:modified>
</cp:coreProperties>
</file>
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notesMasterIdLst>
    <p:notesMasterId r:id="rId8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8e59789-845c-c214-16bb-e3e1708ecf66}">
          <p14:sldIdLst>
            <p14:sldId id="256"/>
            <p14:sldId id="257"/>
            <p14:sldId id="258"/>
          </p14:sldIdLst>
        </p14:section>
        <p14:section name="Surah Al-Kahf" id="{857e9555-7ab5-9b32-e0d9-86a3adeeaabf}">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Lst>
        </p14:section>
        <p14:section name="Surah Al-Isra'" id="{772f002a-a714-64b6-e18f-272163159e96}">
          <p14:sldIdLst>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Lst>
        </p14:section>
        <p14:section name="Closing" id="{25f236b2-e9ae-5608-8a95-f254d3104cce}">
          <p14:sldIdLst>
            <p14:sldId id="3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first 74 verses of Surah Al-Kahf and then move back to Surah Al-Isra'.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should we say when we intend to do something in the future (verses 23–24)?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Mention three of the commands in verses 23–37. How should we treat our parents when they grow 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5/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5/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5/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4.xml"/><Relationship Id="rId4"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5/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Subhan</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15/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15 • Surah Al-Kahf (verses 1–74), then Surah Al-Isra'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sea blue</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Al-Kahf and moves back to Surah Al-Isra'</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Al-Kahf</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Al-Isra'</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Al-Kahf</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1 – 74</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300" dirty="0">
                <a:solidFill>
                  <a:schemeClr val="tx1"/>
                </a:solidFill>
                <a:latin typeface="Arial" pitchFamily="34" charset="0"/>
                <a:ea typeface="Arial" pitchFamily="34" charset="-122"/>
                <a:cs typeface="Arial" pitchFamily="34" charset="-120"/>
              </a:rPr>
              <a:t>Ibn Kathir mentions from Ibn 'Abbas that Quraysh asked the Jewish rabbis for questions to test the Prophet (peace be upon him): about youths who went away in ancient times, about a man who travelled to the east and west of the earth, and about the soul. The Prophet (peace be upon him) said: "I will tell you tomorrow" without saying "If Allah wills", so the revelation was delayed. Then Surah Al-Kahf was revealed, with: “And never say about anything: I will do that tomorrow, without: If Allah wills”.</a:t>
            </a:r>
            <a:endParaRPr lang="en-US" sz="13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This juz ends at verse 74: the story of the People of the Cave who fled with their religion, the owner of the two gardens fooled by his wealth, and the story of Musa with Al-Khadir. The Prophet (peace be upon him) said: "Whoever memorises ten verses from the beginning of Surah Al-Kahf will be protected from the Dajjal" (Muslim).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الْحَمْدُ لِلَّهِ الَّذِي أَنزَلَ عَلَىٰ عَبْدِهِ الْكِتَٰبَ وَلَمْ يَجْعَل لَّهُ عِوَجَا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 praise is for Allah, who sent down the Qur'an to His servant Muhammad (peace be upon him) and put no crookedness in it.</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قَيِّمًا لِّيُنذِرَ بَأْسًا شَدِيدًا مِّن لَّدُنْهُ وَيُبَشِّرَ الْمُؤْمِنِينَ الَّذِينَ يَعْمَلُونَ الصَّـٰلِحَٰتِ أَنَّ لَهُمْ أَجْرًا حَسَنًا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made it straight, to warn the disbelievers of a severe punishment from Him, and to give the believers who do good deeds the good news that they will have a beautiful reward, Paradise,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مَّـٰكِثِينَ فِيهِ أَبَدًا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in it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وَيُنذِرَ الَّذِينَ قَالُواْ اتَّخَذَ اللَّهُ وَلَدًا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warn those who say: Allah has taken a son.</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لَهُم بِهِ مِنْ عِلْمٍ وَلَا لِأبَآئِهِمْ كَبُرَتْ كَلِمَةً تَخْرُجُ مِنْ أَفْوَٰهِهِمْ إِن يَقُولُونَ إِلَّا كَذِبًا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Neither they nor their fathers have any knowledge of this. Terrible is the word that comes out of their mouths; they say nothing but a lie.</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فَلَعَلَّكَ بَٰخِعٌ نَّفْسَكَ عَلَىٰ ءَاثَٰرِهِمْ إِن لَّمْ يُؤْمِنُواْ بِهَٰذَا الْحَدِيثِ أَسَفًا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Perhaps you would destroy yourself with grief over them if they do not believe in this Qur'an.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جَعَلْنَا مَا عَلَى الْأَرْضِ زِينَةً لَّهَا لِنَبْلُوَهُمْ أَيُّهُمْ أَحْسَنُ عَمَلًا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made everything on earth a decoration for it, to test people as to which of them is best in deeds.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وَإِنَّا لَجَٰعِلُونَ مَا عَلَيْهَا صَعِيدًا جُرُزًا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on the Day of Resurrection We will turn everything on it into barren dust with no plants.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حَسِبْتَ أَنَّ أَصْحَٰبَ الْكَهْفِ وَالرَّقِيمِ كَانُواْ مِنْ ءَايَٰتِنَا عَجَبًا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you think the story of the People of the Cave and the tablet with their names was the most amazing of Our signs? Rather, the creation of the heavens and the earth is more amazing.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أَوَى الْفِتْيَةُ إِلَى الْكَهْفِ فَقَالُواْ رَبَّنَآ ءَاتِنَا مِن لَّدُنكَ رَحْمَةً وَهَيِّئْ لَنَا مِنْ أَمْرِنَا رَشَدًا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the youths took refuge in the cave, fleeing with their religion, and said: Our Lord, give us mercy from You and guide us rightly in our affair.</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فَضَرَبْنَا عَلَىٰ ءَاذَانِهِمْ فِي الْكَهْفِ سِنِينَ عَدَدًا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made them sleep in the cave for many years.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بَعَثْنَٰهُمْ لِنَعْلَمَ أَيُّ الْحِزْبَيْنِ أَحْصَىٰ لِمَا لَبِثُواْ أَمَدًا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woke them up to make clear which of the two groups had counted best how long they had stayed.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نَّحْنُ نَقُصُّ عَلَيْكَ نَبَأَهُم بِالْحَقِّ إِنَّهُمْ فِتْيَةٌ ءَامَنُواْ بِرَبِّهِمْ وَزِدْنَٰهُمْ 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tell you their story in truth. They were youths who believed in their Lord, and We increased them in guidance and firmness.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وَرَبَطْنَا عَلَىٰ قُلُوبِهِمْ إِذْ قَامُواْ فَقَالُواْ رَبُّنَا رَبُّ السَّمَٰوَٰتِ وَالْأَرْضِ لَن نَّدْعُوَاْ مِن دُونِهِ إِلَٰهًا لَّقَدْ قُلْنَآ إِذًا شَطَطًا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strengthened their hearts with patience when they stood before their unjust king and said: Our Lord is the Lord of the heavens and the earth. We will never call on any god besides Him; if we did, we would be saying something far from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هَـٰؤُلَآءِ قَوْمُنَا اتَّخَذُواْ مِن دُونِهِ ءَالِهَةً لَّوْلَا يَأْتُونَ عَلَيْهِم بِسُلْطَٰنٍ بَيِّنٍ فَمَنْ أَظْلَمُ مِمَّنِ افْتَرَىٰ عَلَى اللَّهِ كَذِبًا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people of ours have taken gods besides Allah. Why do they not bring clear proof for worshipping them? Who is more unjust than one who lies about Allah?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اعْتَزَلْتُمُوهُمْ وَمَا يَعْبُدُونَ إِلَّا اللَّهَ فَأْوُاْ إِلَى الْكَهْفِ يَنشُرْ لَكُمْ رَبُّكُم مِّن رَّحْمَتِهِ وَيُهَيِّئْ لَكُم مِّنْ أَمْرِكُم مِّرْفَقًا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to one another: Since you have left your people and what they worship except Allah, take refuge in the cave. Your Lord will spread His mercy over you and make your affair easy for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وَتَرَى الشَّمْسَ إِذَا طَلَعَت تَّزَٰوَرُ عَن كَهْفِهِمْ ذَاتَ الْيَمِينِ وَإِذَا غَرَبَت تَّقْرِضُهُمْ ذَاتَ الشِّمَالِ وَهُمْ فِي فَجْوَةٍ مِّنْهُ ذَٰلِكَ مِنْ ءَايَٰتِ اللَّهِ مَن يَهْدِ اللَّهُ فَهُوَ الْمُهْتَدِ وَمَن يُضْلِلْ فَلَن تَجِدَ لَهُ وَلِيًّا مُّرْشِدًا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would have seen the sun, when it rose, turning away from their cave to the right, and when it set, passing them on the left, while they lay in an open space inside it. That is one of Allah's signs. Whoever Allah guides is truly guided, and whoever He leaves astray, you will find no protector to guide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564892"/>
            <a:ext cx="548640" cy="548640"/>
          </a:xfrm>
          <a:prstGeom prst="star8">
            <a:avLst/>
          </a:prstGeom>
          <a:solidFill>
            <a:schemeClr val="accent2"/>
          </a:solidFill>
          <a:ln/>
        </p:spPr>
      </p:sp>
      <p:sp>
        <p:nvSpPr>
          <p:cNvPr id="6" name="Shape 4"/>
          <p:cNvSpPr/>
          <p:nvPr/>
        </p:nvSpPr>
        <p:spPr>
          <a:xfrm>
            <a:off x="822960" y="267462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2546604"/>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وَتَحْسَبُهُمْ أَيْقَاظًا وَهُمْ رُقُودٌ وَنُقَلِّبُهُمْ ذَاتَ الْيَمِينِ وَذَاتَ الشِّمَالِ وَكَلْبُهُم بَٰسِطٌ ذِرَاعَيْهِ بِالْوَصِيدِ لَوِ اطَّلَعْتَ عَلَيْهِمْ لَوَلَّيْتَ مِنْهُمْ فِرَارًا وَلَمُلِئْتَ مِنْهُمْ رُعْبًا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would have thought them awake because their eyes were open, though they were asleep. We turned them over to the right and the left so the earth would not eat them, and their dog stretched its paws at the entrance of the cave. If you had looked at them, you would have turned and run away, filled with fear of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444752"/>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بَعَثْنَٰهُمْ لِيَتَسَآءَلُواْ بَيْنَهُمْ قَالَ قَآئِلٌ مِّنْهُمْ كَمْ لَبِثْتُمْ قَالُواْ لَبِثْنَا يَوْمًا أَوْ بَعْضَ يَوْمٍ قَالُواْ رَبُّكُمْ أَعْلَمُ بِمَا لَبِثْتُمْ فَابْعَثُواْ أَحَدَكُم بِوَرِقِكُمْ هَٰذِهِ إِلَى الْمَدِينَةِ فَلْيَنظُرْ أَيُّهَآ أَزْكَىٰ طَعَامًا فَلْيَأْتِكُم بِرِزْقٍ مِّنْهُ وَلْيَتَلَطَّفْ وَلَا يُشْعِرَنَّ بِكُمْ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same way We woke them so that they would ask one another. One of them said: How long have you stayed? They said: A day or part of a day. They said: Your Lord knows best how long you stayed. Send one of you with these silver coins of yours to the city, let him see which food is purest and best, bring you some provision from it, and be careful and let no one know about you.</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47183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 إِن يَظْهَرُواْ عَلَيْكُمْ يَرْجُمُوكُمْ أَوْ يُعِيدُوكُمْ فِي مِلَّتِهِمْ وَلَن تُفْلِحُواْ إِذًا أَبَدًا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find out about you, they will stone you to death or force you back into their religion, and then you would never succeed.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أَعْثَرْنَا عَلَيْهِمْ لِيَعْلَمُواْ أَنَّ وَعْدَ اللَّهِ حَقٌّ وَأَنَّ السَّاعَةَ لَا رَيْبَ فِيهَآ إِذْ يَتَنَٰزَعُونَ بَيْنَهُمْ أَمْرَهُمْ فَقَالُواْ ابْنُواْ عَلَيْهِم بُنْيَٰنًا رَّبُّهُمْ أَعْلَمُ بِهِمْ قَالَ الَّذِينَ غَلَبُواْ عَلَىٰ أَمْرِهِمْ لَنَتَّخِذَنَّ عَلَيْهِم مَّسْجِدًا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let people find them, so that they would know that Allah's promise of the Resurrection is true and that there is no doubt about the Hour, when people argued about them. Some said: Build a building over them; their Lord knows best about them. Those in power said: We will build a place of worship over them. The Prophet (peace be upon him) forbade taking graves as places of worship.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سَيَقُولُونَ ثَلَٰثَةٌ رَّابِعُهُمْ كَلْبُهُمْ وَيَقُولُونَ خَمْسَةٌ سَادِسُهُمْ كَلْبُهُمْ رَجْمًا بِالْغَيْبِ وَيَقُولُونَ سَبْعَةٌ وَثَامِنُهُمْ كَلْبُهُمْ قُل رَّبِّي أَعْلَمُ بِعِدَّتِهِم مَّا يَعْلَمُهُمْ إِلَّا قَلِيلٌ فَلَا تُمَارِ فِيهِمْ إِلَّا مِرَآءً ظَٰهِرًا وَلَا تَسْتَفْتِ فِيهِم مِّنْهُمْ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will say: They were three, the fourth was their dog. Others will say: Five, the sixth was their dog, guessing about the unseen. And they will say: Seven, the eighth was their dog. Say: My Lord knows best their number; only a few know them. So do not argue about them except in a plain way, and do not ask any of the People of the Book about them.</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تَقُولَنَّ لِشَاْيْءٍ إِنِّي فَاعِلٌ ذَٰلِكَ غَدًا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never say about anything you intend to do: I will do that tomorrow,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أَن يَشَآءَ اللَّهُ وَاذْكُر رَّبَّكَ إِذَا نَسِيتَ وَقُلْ عَسَىٰ أَن يَهْدِيَنِ رَبِّي لِأَقْرَبَ مِنْ هَٰذَا رَشَدًا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without saying: If Allah wills. Remember your Lord if you forget, and say: Perhaps my Lord will guide me to something even nearer to what is right.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وَلَبِثُواْ فِي كَهْفِهِمْ ثَلَٰثَ مِاْئَةٍ سِنِينَ وَازْدَادُواْ تِسْعًا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stayed in their cave three hundred years by the solar count, and nine more by the lunar count.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اللَّهُ أَعْلَمُ بِمَا لَبِثُواْ لَهُ غَيْبُ السَّمَٰوَٰتِ وَالْأَرْضِ أَبْصِرْ بِهِ وَأَسْمِعْ مَا لَهُم مِّن دُونِهِ مِن وَلِيٍّ وَلَا يُشْرِكُ فِي حُكْمِهِ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Allah knows best how long they stayed. To Him belongs the unseen of the heavens and the earth. How perfectly He sees and hears! They have no protector besides Him, and He shares His rule with no one.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وَاتْلُ مَآ أُوحِيَ إِلَيْكَ مِن كِتَابِ رَبِّكَ لَا مُبَدِّلَ لِكَلِمَٰتِهِ وَلَن تَجِدَ مِن دُونِهِ مُلْتَحَدًا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Recite what has been revealed to you of the Qur'an. No one can change His words, and you will find no refuge besides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وَاصْبِرْ نَفْسَكَ مَعَ الَّذِينَ يَدْعُونَ رَبَّهُم بِالْغَدَوٰةِ وَالْعَشِيِّ يُرِيدُونَ وَجْهَهُ وَلَا تَعْدُ عَيْنَاكَ عَنْهُمْ تُرِيدُ زِينَةَ الْحَيَوٰةِ الدُّنْيَا وَلَا تُطِعْ مَنْ أَغْفَلْنَا قَلْبَهُ عَن ذِكْرِنَا وَاتَّبَعَ هَوَىٰهُ وَكَانَ أَمْرُهُ فُرُطًا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Keep yourself patiently with the believers who call on their Lord morning and evening, seeking His Face. Do not let your eyes turn away from them towards the rich, wanting the decoration of this world. And do not obey one whose heart We have made heedless of Our remembrance, who follows his desires and whose affair is lost.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الْحَقُّ مِن رَّبِّكُمْ فَمَن شَآءَ فَلْيُؤْمِن وَمَن شَآءَ فَلْيَكْفُرْ إِنَّآ أَعْتَدْنَا لِلظَّـٰلِمِينَ نَارًا أَحَاطَ بِهِمْ سُرَادِقُهَا وَإِن يَسْتَغِيثُواْ يُغَاثُواْ بِمَآءٍ كَالْمُهْلِ يَشْوِي الْوُجُوهَ بِئْسَ الشَّرَابُ وَسَآءَتْ مُرْتَفَقًا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This is the truth from your Lord. So whoever wills, let him believe, and whoever wills, let him disbelieve, as a warning. We have prepared for the wrongdoers a Fire whose walls surround them. If they cry for help from thirst, they will be helped with water like boiling oil that scalds the faces. What an evil drink, and what an evil resting place!</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إِنَّا لَا نُضِيعُ أَجْرَ مَنْ أَحْسَنَ عَمَلًا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righteous believers, We never let the reward of those who do good be lost.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لَهُمْ جَنَّـٰتُ عَدْنٍ تَجْرِي مِن تَحْتِهِمُ الْأَنْهَٰرُ يُحَلَّوْنَ فِيهَا مِنْ أَسَاوِرَ مِن ذَهَبٍ وَيَلْبَسُونَ ثِيَابًا خُضْرًا مِّن سُندُسٍ وَإِسْتَبْرَقٍ مُّتَّكِـِٔينَ فِيهَا عَلَى الْأَرَآئِكِ نِعْمَ الثَّوَابُ وَحَسُنَتْ مُرْتَفَقًا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Gardens of everlasting stay with rivers flowing beneath them. They will be adorned there with bracelets of gold and wear green clothes of fine and thick silk, reclining on decorated couches. What an excellent reward, and what a beautiful resting place!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وَاضْرِبْ لَهُم مَّثَلًا رَّجُلَيْنِ جَعَلْنَا لِأَحَدِهِمَا جَنَّتَيْنِ مِنْ أَعْنَٰبٍ وَحَفَفْنَٰهُمَا بِنَخْلٍ وَجَعَلْنَا بَيْنَهُمَا زَرْعًا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them the example of two men. To one of them We gave two gardens of grapevines, surrounded them with palm trees, and put crops between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كِلْتَا الْجَنَّتَيْنِ ءَاتَتْ أُكُلَهَا وَلَمْ تَظْلِم مِّنْهُ شَيْـًٔا وَفَجَّرْنَا خِلَٰلَهُمَا نَهَرًا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Both gardens gave their full fruit without any loss, and We made a river gush between them.</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وَكَانَ لَهُ ثَمَرٌ فَقَالَ لِصَٰحِبِهِ وَهُوَ يُحَاوِرُهُ أَنَا أَكْثَرُ مِنكَ مَالًا وَأَعَزُّ نَفَرًا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had much wealth, and he said to his believing friend while talking with him, boasting: I have more wealth than you and more powerful supporters.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وَدَخَلَ جَنَّتَهُ وَهُوَ ظَالِمٌ لِّنَفْسِهِ قَالَ مَآ أَظُنُّ أَن تَبِيدَ هَٰذِهِ أَبَدًا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entered his garden while wronging himself with arrogance and disbelief, saying: I do not think this will ever perish,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أَظُنُّ السَّاعَةَ قَآئِمَةً وَلَئِن رُّدِدتُّ إِلَىٰ رَبِّي لَأَجِدَنَّ خَيْرًا مِّنْهَا مُنقَلَبًا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do not think the Hour will come. And even if I am brought back to my Lord, I will surely find something better than this there.</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لَهُ صَاحِبُهُ وَهُوَ يُحَاوِرُهُ أَكَفَرْتَ بِالَّذِي خَلَقَكَ مِن تُرَابٍ ثُمَّ مِن نُّطْفَةٍ ثُمَّ سَوَّىٰكَ رَجُلًا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believing friend said to him while talking with him: Do you disbelieve in the One who created you from dust, then from a drop of fluid, then shaped you into a man?</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لَّـٰكِنَّا هُوَ اللَّهُ رَبِّي وَلَآ أُشْرِكُ بِرَبِّي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as for me, He is Allah, my Lord, and I associate no one with my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إِذْ دَخَلْتَ جَنَّتَكَ قُلْتَ مَا شَآءَ اللَّهُ لَا قُوَّةَ إِلَّا بِاللَّهِ إِن تَرَنِ أَنَا أَقَلَّ مِنكَ مَالًا وَوَلَدًا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when you entered your garden, did you not say: Ma sha'a Allah (it is what Allah willed), there is no power except with Allah? If you see me with less wealth and children than you,</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فَعَسَىٰ رَبِّي أَن يُؤْتِيَنِ خَيْرًا مِّن جَنَّتِكَ وَيُرْسِلَ عَلَيْهَا حُسْبَانًا مِّنَ السَّمَآءِ فَتُصْبِحَ صَعِيدًا زَلَقًا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perhaps my Lord will give me something better than your garden and send on it a punishment from the sky, so that it becomes bare, slippery ground,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يُصْبِحَ مَآؤُهَا غَوْرًا فَلَن تَسْتَطِيعَ لَهُ طَلَبًا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its water sinks deep into the earth so that you can never reach it.</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وَأُحِيطَ بِثَمَرِهِ فَأَصْبَحَ يُقَلِّبُ كَفَّيْهِ عَلَىٰ مَآ أَنفَقَ فِيهَا وَهِيَ خَاوِيَةٌ عَلَىٰ عُرُوشِهَا وَيَقُولُ يَٰلَيْتَنِي لَمْ أُشْرِكْ بِرَبِّي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all his fruit was destroyed. He began wringing his hands in regret over what he had spent on it while it lay fallen on its trellises, saying: If only I had not associated anyone with my Lord!</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 تَكُن لَّهُ فِئَةٌ يَنصُرُونَهُ مِن دُونِ اللَّهِ وَمَا كَانَ مُنتَصِرًا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had no group to help him against Allah, nor could he help himself.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هُنَالِكَ الْوَلَٰيَةُ لِلَّهِ الْحَقِّ هُوَ خَيْرٌ ثَوَابًا وَخَيْرٌ عُقْبًا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protection and help belong to Allah, the True. He is best in reward and best in outcome.</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وَاضْرِبْ لَهُم مَّثَلَ الْحَيَوٰةِ الدُّنْيَا كَمَآءٍ أَنزَلْنَٰهُ مِنَ السَّمَآءِ فَاخْتَلَطَ بِهِ نَبَاتُ الْأَرْضِ فَأَصْبَحَ هَشِيمًا تَذْرُوهُ الرِّيَٰحُ وَكَانَ اللَّهُ عَلَىٰ كُلِّ شَيْءٍ مُّقْتَدِرًا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them the example of the life of this world: it is like rain We send down from the sky, and the plants of the earth mix with it and grow, then become dry broken bits scattered by the winds. Allah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الْمَالُ وَالْبَنُونَ زِينَةُ الْحَيَوٰةِ الدُّنْيَا وَالْبَٰقِيَٰتُ الصَّـٰلِحَٰتُ خَيْرٌ عِندَ رَبِّكَ ثَوَابًا وَخَيْرٌ أَمَلًا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Wealth and children are the decoration of the life of this world, but the lasting good deeds, like saying Subhan Allah and Alhamdulillah, are better with your Lord in reward and better to hope for.</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نُسَيِّرُ الْجِبَالَ وَتَرَى الْأَرْضَ بَارِزَةً وَحَشَرْنَٰهُمْ فَلَمْ نُغَادِرْ مِنْهُمْ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move the mountains from their places, you will see the earth bare and flat, and We will gather them all, leaving none of them behind.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وَعُرِضُواْ عَلَىٰ رَبِّكَ صَفًّا لَّقَدْ جِئْتُمُونَا كَمَا خَلَقْنَٰكُمْ أَوَّلَ مَرَّةٍ بَلْ زَعَمْتُمْ أَلَّن نَّجْعَلَ لَكُم مَّوْعِدًا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presented before your Lord in rows: You have come to Us alone and barefoot, as We created you the first time. Yet you claimed We would never set a meeting for you.</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وَوُضِعَ الْكِتَٰبُ فَتَرَى الْمُجْرِمِينَ مُشْفِقِينَ مِمَّا فِيهِ وَيَقُولُونَ يَٰوَيْلَتَنَا مَالِ هَٰذَا الْكِتَٰبِ لَا يُغَادِرُ صَغِيرَةً وَلَا كَبِيرَةً إِلَّآ أَحْصَىٰهَا وَوَجَدُواْ مَا عَمِلُواْ حَاضِرًا وَلَا يَظْلِمُ رَبُّكَ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Book of deeds will be placed, and you will see the criminals afraid of what is in it, saying: Woe to us! What kind of book is this that leaves nothing small or large without counting it? They will find what they did present before them, and your Lord wrongs no one.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444752"/>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قُلْنَا لِلْمَلَـٰئِكَةِ اسْجُدُواْ لِأدَمَ فَسَجَدُواْ إِلَّآ إِبْلِيسَ كَانَ مِنَ الْجِنِّ فَفَسَقَ عَنْ أَمْرِ رَبِّهِ أَفَتَتَّخِذُونَهُ وَذُرِّيَّتَهُ أَوْلِيَآءَ مِن دُونِي وَهُمْ لَكُمْ عَدُوٌّ بِئْسَ لِلظَّـٰلِمِينَ بَدَلًا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We said to the angels: Bow down to Adam. They bowed down, except Iblis; he was one of the jinn, and he disobeyed his Lord's command. Will you then take him and his descendants as allies instead of Me, when they are your enemies? What an evil exchange for the wrongdoers!</a:t>
            </a:r>
            <a:endParaRPr lang="en-US" sz="3000" dirty="0"/>
          </a:p>
        </p:txBody>
      </p:sp>
      <p:sp>
        <p:nvSpPr>
          <p:cNvPr id="9" name="Shape 7"/>
          <p:cNvSpPr/>
          <p:nvPr/>
        </p:nvSpPr>
        <p:spPr>
          <a:xfrm>
            <a:off x="1444752" y="3954780"/>
            <a:ext cx="8641080" cy="0"/>
          </a:xfrm>
          <a:prstGeom prst="line">
            <a:avLst/>
          </a:prstGeom>
          <a:noFill/>
          <a:ln w="9525">
            <a:solidFill>
              <a:schemeClr val="accent2"/>
            </a:solidFill>
            <a:prstDash val="dash"/>
          </a:ln>
        </p:spPr>
      </p:sp>
      <p:sp>
        <p:nvSpPr>
          <p:cNvPr id="10" name="Shape 8"/>
          <p:cNvSpPr/>
          <p:nvPr/>
        </p:nvSpPr>
        <p:spPr>
          <a:xfrm>
            <a:off x="713232" y="4187952"/>
            <a:ext cx="548640" cy="548640"/>
          </a:xfrm>
          <a:prstGeom prst="star8">
            <a:avLst/>
          </a:prstGeom>
          <a:solidFill>
            <a:schemeClr val="accent2"/>
          </a:solidFill>
          <a:ln/>
        </p:spPr>
      </p:sp>
      <p:sp>
        <p:nvSpPr>
          <p:cNvPr id="11" name="Shape 9"/>
          <p:cNvSpPr/>
          <p:nvPr/>
        </p:nvSpPr>
        <p:spPr>
          <a:xfrm>
            <a:off x="822960" y="4297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1879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416966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أَشْهَدتُّهُمْ خَلْقَ السَّمَٰوَٰتِ وَالْأَرْضِ وَلَا خَلْقَ أَنفُسِهِمْ وَمَا كُنتُ مُتَّخِذَ الْمُضِلِّينَ عَضُدًا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did not make them witness the creation of the heavens and the earth, nor their own creation, and I would not take those who mislead as helpers.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يَقُولُ نَادُواْ شُرَكَآءِيَ الَّذِينَ زَعَمْتُمْ فَدَعَوْهُمْ فَلَمْ يَسْتَجِيبُواْ لَهُمْ وَجَعَلْنَا بَيْنَهُم مَّوْبِقًا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He will say: Call My so-called partners whom you claimed. They will call them, but they will not answer them, and We will put a place of ruin between them.</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وَرَءَا الْمُجْرِمُونَ النَّارَ فَظَنُّواْ أَنَّهُم مُّوَاقِعُوهَا وَلَمْ يَجِدُواْ عَنْهَا مَصْرِفًا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criminals will see the Fire and be certain they will fall into it, and they will find no way to escape it.</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صَرَّفْنَا فِي هَٰذَا الْقُرْءَانِ لِلنَّاسِ مِن كُلِّ مَثَلٍ وَكَانَ الْإِنسَٰنُ أَكْثَرَ شَيْءٍ جَدَلًا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Qur'an We have given people every kind of example, but man argues more than anything.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مَنَعَ النَّاسَ أَن يُؤْمِنُواْ إِذْ جَآءَهُمُ الْهُدَىٰ وَيَسْتَغْفِرُواْ رَبَّهُمْ إِلَّآ أَن تَأْتِيَهُمْ سُنَّةُ الْأَوَّلِينَ أَوْ يَأْتِيَهُمُ الْعَذَابُ قُبُلًا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Nothing stops people from believing when guidance comes to them and asking their Lord's forgiveness except their demanding what happened to the earlier nations, or that the punishment comes before their eyes.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نُرْسِلُ الْمُرْسَلِينَ إِلَّا مُبَشِّرِينَ وَمُنذِرِينَ وَيُجَٰدِلُ الَّذِينَ كَفَرُواْ بِالْبَٰطِلِ لِيُدْحِضُواْ بِهِ الْحَقَّ وَاتَّخَذُواْ ءَايَٰتِي وَمَآ أُنذِرُواْ هُزُوًا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only send the messengers to give good news and warnings. The disbelievers argue with falsehood to defeat the truth with it, and they take My verses and warnings as a joke.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أَظْلَمُ مِمَّن ذُكِّرَ بِـَٔايَٰتِ رَبِّهِ فَأَعْرَضَ عَنْهَا وَنَسِيَ مَا قَدَّمَتْ يَدَاهُ إِنَّا جَعَلْنَا عَلَىٰ قُلُوبِهِمْ أَكِنَّةً أَن يَفْقَهُوهُ وَفِي ءَاذَانِهِمْ وَقْرًا وَإِن تَدْعُهُمْ إِلَى الْهُدَىٰ فَلَن يَهْتَدُواْ إِذًا أَبَدًا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is more unjust than one who is reminded of his Lord's verses but turns away from them and forgets the sins his hands sent ahead? We have put covers on their hearts so they do not understand it, and deafness in their ears. Even if you call them to guidance, they will never be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وَرَبُّكَ الْغَفُورُ ذُو الرَّحْمَةِ لَوْ يُؤَاخِذُهُم بِمَا كَسَبُواْ لَعَجَّلَ لَهُمُ الْعَذَابَ بَل لَّهُم مَّوْعِدٌ لَّن يَجِدُواْ مِن دُونِهِ مَوْئِلًا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Forgiving, full of mercy. If He punished them for what they earned, He would have hurried their punishment. Rather, they have a set time from which they will find no escape.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وَتِلْكَ الْقُرَىٰ أَهْلَكْنَٰهُمْ لَمَّا ظَلَمُواْ وَجَعَلْنَا لِمَهْلِكِهِم مَّوْعِدًا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towns We destroyed when they did wrong, and We set a time for their destruction.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10462"/>
            <a:ext cx="548640" cy="548640"/>
          </a:xfrm>
          <a:prstGeom prst="star8">
            <a:avLst/>
          </a:prstGeom>
          <a:solidFill>
            <a:schemeClr val="accent2"/>
          </a:solidFill>
          <a:ln/>
        </p:spPr>
      </p:sp>
      <p:sp>
        <p:nvSpPr>
          <p:cNvPr id="6" name="Shape 4"/>
          <p:cNvSpPr/>
          <p:nvPr/>
        </p:nvSpPr>
        <p:spPr>
          <a:xfrm>
            <a:off x="822960" y="15201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104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392174"/>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مُوسَىٰ لِفَتَىٰهُ لَآ أَبْرَحُ حَتَّىٰ أَبْلُغَ مَجْمَعَ الْبَحْرَيْنِ أَوْ أَمْضِيَ حُقُبًا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Musa said to his young servant Yusha' ibn Nun: I will not stop until I reach the meeting of the two seas, even if I travel for a very long time, to meet a righteous servant more knowledgeable than him.</a:t>
            </a:r>
            <a:endParaRPr lang="en-US" sz="3000" dirty="0"/>
          </a:p>
        </p:txBody>
      </p:sp>
      <p:sp>
        <p:nvSpPr>
          <p:cNvPr id="9" name="Shape 7"/>
          <p:cNvSpPr/>
          <p:nvPr/>
        </p:nvSpPr>
        <p:spPr>
          <a:xfrm>
            <a:off x="1444752" y="3044952"/>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بَلَغَا مَجْمَعَ بَيْنِهِمَا نَسِيَا حُوتَهُمَا فَاتَّخَذَ سَبِيلَهُ فِي الْبَحْرِ سَرَبًا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reached the meeting of the two seas, they forgot the fish they had brought, and it made its way into the sea like a tunnel.</a:t>
            </a:r>
            <a:endParaRPr lang="en-US" sz="3000" dirty="0"/>
          </a:p>
        </p:txBody>
      </p:sp>
      <p:sp>
        <p:nvSpPr>
          <p:cNvPr id="14" name="Shape 12"/>
          <p:cNvSpPr/>
          <p:nvPr/>
        </p:nvSpPr>
        <p:spPr>
          <a:xfrm>
            <a:off x="1444752" y="4604004"/>
            <a:ext cx="8641080" cy="0"/>
          </a:xfrm>
          <a:prstGeom prst="line">
            <a:avLst/>
          </a:prstGeom>
          <a:noFill/>
          <a:ln w="9525">
            <a:solidFill>
              <a:schemeClr val="accent2"/>
            </a:solidFill>
            <a:prstDash val="dash"/>
          </a:ln>
        </p:spPr>
      </p:sp>
      <p:sp>
        <p:nvSpPr>
          <p:cNvPr id="15" name="Shape 13"/>
          <p:cNvSpPr/>
          <p:nvPr/>
        </p:nvSpPr>
        <p:spPr>
          <a:xfrm>
            <a:off x="713232" y="4789170"/>
            <a:ext cx="548640" cy="548640"/>
          </a:xfrm>
          <a:prstGeom prst="star8">
            <a:avLst/>
          </a:prstGeom>
          <a:solidFill>
            <a:schemeClr val="accent2"/>
          </a:solidFill>
          <a:ln/>
        </p:spPr>
      </p:sp>
      <p:sp>
        <p:nvSpPr>
          <p:cNvPr id="16" name="Shape 14"/>
          <p:cNvSpPr/>
          <p:nvPr/>
        </p:nvSpPr>
        <p:spPr>
          <a:xfrm>
            <a:off x="822960" y="489889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891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8" name="Text 16"/>
          <p:cNvSpPr txBox="1"/>
          <p:nvPr/>
        </p:nvSpPr>
        <p:spPr>
          <a:xfrm>
            <a:off x="1444752" y="47708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جَاوَزَا قَالَ لِفَتَىٰهُ ءَاتِنَا غَدَآءَنَا لَقَدْ لَقِينَا مِن سَفَرِنَا هَٰذَا نَصَبًا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had passed the place, Musa said to his servant: Bring us our lunch; we have become tired from this journey of ours.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أَرَءَيْتَ إِذْ أَوَيْنَآ إِلَى الصَّخْرَةِ فَإِنِّي نَسِيتُ الْحُوتَ وَمَآ أَنسَىٰنِيهُ إِلَّا الشَّيْطَٰنُ أَنْ أَذْكُرَهُ وَاتَّخَذَ سَبِيلَهُ فِي الْبَحْرِ عَجَبًا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servant said: Do you remember when we rested by the rock? I forgot to tell you about the fish, and only Satan made me forget to mention it. It made its way into the sea in an amazing way.</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ذَٰلِكَ مَا كُنَّا نَبْغِ فَارْتَدَّا عَلَىٰ ءَاثَارِهِمَا قَصَصًا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That is the sign we were looking for. So they went back, following their footsteps.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فَوَجَدَا عَبْدًا مِّنْ عِبَادِنَآ ءَاتَيْنَٰهُ رَحْمَةً مِّنْ عِندِنَا وَعَلَّمْنَٰهُ مِن لَّدُنَّا عِلْمًا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they found one of Our righteous servants, Al-Khadir, to whom We had given mercy from Us and taught knowledge from 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لَهُ مُوسَىٰ هَلْ أَتَّبِعُكَ عَلَىٰ أَن تُعَلِّمَنِ مِمَّا عُلِّمْتَ رُشْدًا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to him politely: May I follow you so that you teach me some of the right guidance you have been taught?</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إِنَّكَ لَن تَسْتَطِيعَ مَعِيَ صَبْرًا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Al-Khadir said: You will not be able to be patient with me.</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وَكَيْفَ تَصْبِرُ عَلَىٰ مَا لَمْ تُحِطْ بِهِ خُبْرًا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how can you be patient with something whose truth you do not fully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سَتَجِدُنِي إِن شَآءَ اللَّهُ صَابِرًا وَلَآ أَعْصِي لَكَ أَمْرًا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You will find me patient, if Allah wills, and I will not disobey any command of yours.</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فَإِنِ اتَّبَعْتَنِي فَلَا تَسْـَٔلْنِي عَن شَيْءٍ حَتَّىٰ أُحْدِثَ لَكَ مِنْهُ ذِكْرًا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If you follow me, do not ask me about anything until I explain it to you.</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فَانطَلَقَا حَتَّىٰ إِذَا رَكِبَا فِي السَّفِينَةِ خَرَقَهَا قَالَ أَخَرَقْتَهَا لِتُغْرِقَ أَهْلَهَا لَقَدْ جِئْتَ شَيْـًٔا إِمْرًا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set out, until when they boarded a ship, Al-Khadir made a hole in it. Musa said: Did you make a hole in it to drown its people? You have done a terrible 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أَلَمْ أَقُلْ إِنَّكَ لَن تَسْتَطِيعَ مَعِيَ صَبْرًا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Did I not say you would not be able to be patient with me?</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لَا تُؤَاخِذْنِي بِمَا نَسِيتُ وَلَا تُرْهِقْنِي مِنْ أَمْرِي عُسْرًا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Do not blame me for forgetting, and do not make my matter too hard for me.</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فَانطَلَقَا حَتَّىٰ إِذَا لَقِيَا غُلَٰمًا فَقَتَلَهُ قَالَ أَقَتَلْتَ نَفْسًا زَكِيَّةً بِغَيْرِ نَفْسٍ لَّقَدْ جِئْتَ شَيْـًٔا نُّكْرًا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set out, until when they met a boy, Al-Khadir killed him by Allah's command. Musa said: Have you killed an innocent soul who had killed no one? You have done a terrible 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Al-Isra'</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111 verses • The Night Journey</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Mas'ud (may Allah be pleased with him) said: I was walking with the Prophet (peace be upon him) in a field in Madinah when he passed some Jews, who said: Ask him about the soul. They asked him, and he stood for a while waiting for revelation, then recited: “They ask you about the soul. Say: The soul is from the command of my Lord, and you have been given only a little knowledge”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miracle of the Night Journey from Makkah to Jerusalem, the Qur'an guides to what is most upright, and great commands: kindness to parents, moderation in spending, protecting life, honour and the orphan's wealth, the honouring of the children of Adam, and the miracle of the Qur'an.</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سُبْحَٰنَ الَّذِي أَسْرَىٰ بِعَبْدِهِ لَيْلًا مِّنَ الْمَسْجِدِ الْحَرَامِ إِلَى الْمَسْجِدِ الْأَقْصَا الَّذِي بَٰرَكْنَا حَوْلَهُ لِنُرِيَهُ مِنْ ءَايَٰتِنَآ إِنَّهُ هُوَ السَّمِيعُ الْبَصِيرُ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Glory be to Allah, who took His servant Muhammad (peace be upon him) by night from Al-Masjid Al-Haram in Makkah to Al-Masjid Al-Aqsa in Jerusalem, whose surroundings We have blessed, to show him some of Our great signs. He is the All-Hearing, the All-Seeing.</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وَءَاتَيْنَا مُوسَى الْكِتَٰبَ وَجَعَلْنَٰهُ هُدًى لِّبَنِي إِسْرَـٰءِيلَ أَلَّا تَتَّخِذُواْ مِن دُونِي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the Torah and made it guidance for the Children of Israel: Do not take anyone besides Me to rely 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ذُرِّيَّةَ مَنْ حَمَلْنَا مَعَ نُوحٍ إِنَّهُ كَانَ عَبْدًا شَكُورًا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descendants of those We carried with Nuh in the ark, be thankful as he was; he was a very thankful servant.</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وَقَضَيْنَآ إِلَىٰ بَنِي إِسْرَـٰءِيلَ فِي الْكِتَٰبِ لَتُفْسِدُنَّ فِي الْأَرْضِ مَرَّتَيْنِ وَلَتَعْلُنَّ عُلُوًّا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told the Children of Israel in the Torah: You will spread corruption on earth twice with sins, and you will become very arrogant towards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جَآءَ وَعْدُ أُولَىٰهُمَا بَعَثْنَا عَلَيْكُمْ عِبَادًا لَّنَآ أُوْلِي بَأْسٍ شَدِيدٍ فَجَاسُواْ خِلَٰلَ الدِّيَارِ وَكَانَ وَعْدًا مَّفْعُولًا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time of the first corruption came, We sent against you servants of Ours with great might, who searched through your homes for you. It was a promise fulfilled.</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رَدَدْنَا لَكُمُ الْكَرَّةَ عَلَيْهِمْ وَأَمْدَدْنَٰكُم بِأَمْوَٰلٍ وَبَنِينَ وَجَعَلْنَٰكُمْ أَكْثَرَ نَفِيرًا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gave you the upper hand over them again when you repented, helped you with wealth and sons, and made you greater in number.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719072"/>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أَحْسَنتُمْ أَحْسَنتُمْ لِأَنفُسِكُمْ وَإِنْ أَسَأْتُمْ فَلَهَا فَإِذَا جَآءَ وَعْدُ الْأخِرَةِ لِيَسُـُٔواْ وُجُوهَكُمْ وَلِيَدْخُلُواْ الْمَسْجِدَ كَمَا دَخَلُوهُ أَوَّلَ مَرَّةٍ وَلِيُتَبِّرُواْ مَا عَلَوْاْ تَتْبِيرًا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do good, it benefits yourselves, and if you do evil, it is against yourselves. When the time of the second corruption came, We sent your enemies against you to humiliate you and show sadness on your faces, to enter Jerusalem as they entered it the first time, and to destroy whatever they took over.</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44439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عَسَىٰ رَبُّكُمْ أَن يَرْحَمَكُمْ وَإِنْ عُدتُّمْ عُدْنَا وَجَعَلْنَا جَهَنَّمَ لِلْكَٰفِرِينَ حَصِيرًا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Perhaps your Lord will have mercy on you if you repent. But if you return to corruption, We will return to punishing you, and We have made Hell a prison for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الْقُرْءَانَ يَهْدِي لِلَّتِي هِيَ أَقْوَمُ وَيُبَشِّرُ الْمُؤْمِنِينَ الَّذِينَ يَعْمَلُونَ الصَّـٰلِحَٰتِ أَنَّ لَهُمْ أَجْرًا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guides to the most upright and just way, and gives good news to the believers who do good deeds that they will have a great reward,</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الَّذِينَ لَا يُؤْمِنُونَ بِالْأخِرَةِ أَعْتَدْنَا لَهُمْ 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for those who do not believe in the Hereafter We have prepared a painful punishment.</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وَيَدْعُ الْإِنسَٰنُ بِالشَّرِّ دُعَآءَهُ بِالْخَيْرِ وَكَانَ الْإِنسَٰنُ عَجُولًا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anger, man prays for harm against himself and his children just as he prays for good. Man is ever hasty.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الَّيْلَ وَالنَّهَارَ ءَايَتَيْنِ فَمَحَوْنَآ ءَايَةَ الَّيْلِ وَجَعَلْنَآ ءَايَةَ النَّهَارِ مُبْصِرَةً لِّتَبْتَغُواْ فَضْلًا مِّن رَّبِّكُمْ وَلِتَعْلَمُواْ عَدَدَ السِّنِينَ وَالْحِسَابَ وَكُلَّ شَيْءٍ فَصَّلْنَٰهُ تَفْصِيلًا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the night and the day two signs of Our power. We made the night dark and the day bright so that you may seek provision in it and know the number of years and how to count time. We have explained everything in detail.</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6164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وَكُلَّ إِنسَٰنٍ أَلْزَمْنَٰهُ طَـٰئِرَهُ فِي عُنُقِهِ وَنُخْرِجُ لَهُ يَوْمَ الْقِيَٰمَةِ كِتَٰبًا يَلْقَىٰهُ مَنشُورًا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every person We have fastened his deeds to him like a necklace around his neck, and on the Day of Resurrection We will bring out for him a book he will find wide open.</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اقْرَأْ كِتَٰبَكَ كَفَىٰ بِنَفْسِكَ الْيَوْمَ عَلَيْكَ حَسِيبًا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him: Read your book of deeds. Today you are enough to take account of yourself.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اهْتَدَىٰ فَإِنَّمَا يَهْتَدِي لِنَفْسِهِ وَمَن ضَلَّ فَإِنَّمَا يَضِلُّ عَلَيْهَا وَلَا تَزِرُ وَازِرَةٌ وِزْرَ أُخْرَىٰ وَمَا كُنَّا مُعَذِّبِينَ حَتَّىٰ نَبْعَثَ رَسُولًا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is guided is guided for his own good, and whoever goes astray only harms himself. No soul carries another's sin. We never punish until We have sent a messenger.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أَرَدْنَآ أَن نُّهْلِكَ قَرْيَةً أَمَرْنَا مُتْرَفِيهَا فَفَسَقُواْ فِيهَا فَحَقَّ عَلَيْهَا الْقَوْلُ فَدَمَّرْنَٰهَا تَدْمِيرًا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want to destroy a town, We command its wealthy people to obey, but they disobey and do wrong there, so the punishment becomes due, and We destroy it completely.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وَكَمْ أَهْلَكْنَا مِنَ الْقُرُونِ مِن بَعْدِ نُوحٍ وَكَفَىٰ بِرَبِّكَ بِذُنُوبِ عِبَادِهِ خَبِيرًا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nations We destroyed after Nuh! Your Lord is enough as One who knows and sees the sins of His servants.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كَانَ يُرِيدُ الْعَاجِلَةَ عَجَّلْنَا لَهُ فِيهَا مَا نَشَآءُ لِمَن نُّرِيدُ ثُمَّ جَعَلْنَا لَهُ جَهَنَّمَ يَصْلَىٰهَا مَذْمُومًا مَّدْحُورًا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wants only the quick enjoyment of this world, We hurry for him in it what We will for whom We want, then We prepare Hell for him to enter, blamed and driven away.</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أَرَادَ الْأخِرَةَ وَسَعَىٰ لَهَا سَعْيَهَا وَهُوَ مُؤْمِنٌ فَأُوْلَـٰئِكَ كَانَ سَعْيُهُم مَّشْكُورًا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whoever wants the Hereafter and strives for it as it deserves, while being a believer, their effort will be accepted and appreciated.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نُّمِدُّ هَـٰؤُلَآءِ وَهَـٰؤُلَآءِ مِنْ عَطَآءِ رَبِّكَ وَمَا كَانَ عَطَآءُ رَبِّكَ مَحْظُورًا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both groups We give from your Lord's provision, and your Lord's giving in this world is not withheld from anyone.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انظُرْ كَيْفَ فَضَّلْنَا بَعْضَهُمْ عَلَىٰ بَعْضٍ وَلَلْأخِرَةُ أَكْبَرُ دَرَجَٰتٍ وَأَكْبَرُ تَفْضِيلًا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See how We have preferred some of them over others in this world, but the Hereafter has greater ranks and greater preference.</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تَجْعَلْ مَعَ اللَّهِ إِلَٰهًا ءَاخَرَ فَتَقْعُدَ مَذْمُومًا مَّخْذُولًا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set up another god with Allah, or you will sit blamed and without help.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وَقَضَىٰ رَبُّكَ أَلَّا تَعْبُدُواْ إِلَّآ إِيَّاهُ وَبِالْوَٰلِدَيْنِ إِحْسَٰنًا إِمَّا يَبْلُغَنَّ عِندَكَ الْكِبَرَ أَحَدُهُمَآ أَوْ كِلَاهُمَا فَلَا تَقُل لَّهُمَآ أُفٍّ وَلَا تَنْهَرْهُمَا وَقُل لَّهُمَا قَوْلًا كَرِيمًا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has commanded that you worship none but Him, and that you be very good to your parents. If one or both of them reach old age with you, do not say to them even the smallest word of annoyance, "Uff", and do not scold them, but speak to them with gentle, noble words.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وَاخْفِضْ لَهُمَا جَنَاحَ الذُّلِّ مِنَ الرَّحْمَةِ وَقُل رَّبِّ ارْحَمْهُمَا كَمَا رَبَّيَانِي صَغِيرًا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Lower to them the wing of humility out of mercy, and say: My Lord, have mercy on them as they raised me when I was small.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رَّبُّكُمْ أَعْلَمُ بِمَا فِي نُفُوسِكُمْ إِن تَكُونُواْ صَٰلِحِينَ فَإِنَّهُ كَانَ لِلْأَوَّـٰبِينَ غَفُورًا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knows best what is in your souls. If you are righteous, He is Forgiving to those who keep turning back to Him in repentance.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وَءَاتِ ذَا الْقُرْبَىٰ حَقَّهُ وَالْمِسْكِينَ وَابْنَ السَّبِيلِ وَلَا تُبَذِّرْ تَبْذِيرًا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the relative his right of kindness and keeping ties, and the poor, and the needy traveller, and do not waste your wealth on what is not right.</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الْمُبَذِّرِينَ كَانُواْ إِخْوَٰنَ الشَّيَٰطِينِ وَكَانَ الشَّيْطَٰنُ لِرَبِّهِ كَفُورًا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waste are brothers of the devils in their actions, and Satan was ungrateful to his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وَإِمَّا تُعْرِضَنَّ عَنْهُمُ ابْتِغَآءَ رَحْمَةٍ مِّن رَّبِّكَ تَرْجُوهَا فَقُل لَّهُمْ قَوْلًا مَّيْسُورًا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have to turn away from giving to them because you have nothing to give, while you hope for provision from your Lord, then speak to them gently and kindly.</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تَجْعَلْ يَدَكَ مَغْلُولَةً إِلَىٰ عُنُقِكَ وَلَا تَبْسُطْهَا كُلَّ الْبَسْطِ فَتَقْعُدَ مَلُومًا مَّحْسُورًا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be stingy, as if your hand were tied to your neck, nor spend extravagantly, or you will sit blamed and empty-handed.</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رَبَّكَ يَبْسُطُ الرِّزْقَ لِمَن يَشَآءُ وَيَقْدِرُ إِنَّهُ كَانَ بِعِبَادِهِ خَبِيرًا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gives plenty of provision to whom He wills and limits it. He is All-Aware and All-Seeing of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تَقْتُلُواْ أَوْلَٰدَكُمْ خَشْيَةَ إِمْلَٰقٍ نَّحْنُ نَرْزُقُهُمْ وَإِيَّاكُمْ إِنَّ قَتْلَهُمْ كَانَ خِطْـًٔا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kill your children for fear of poverty. We provide for them and for you. Killing them is a great sin.</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تَقْرَبُواْ الزِّنَىٰ إِنَّهُ كَانَ فَٰحِشَةً وَسَآءَ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go near adultery or anything leading to it. It is a shameful deed and an evil way.</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تَقْتُلُواْ النَّفْسَ الَّتِي حَرَّمَ اللَّهُ إِلَّا بِالْحَقِّ وَمَن قُتِلَ مَظْلُومًا فَقَدْ جَعَلْنَا لِوَلِيِّهِ سُلْطَٰنًا فَلَا يُسْرِف فِّي الْقَتْلِ إِنَّهُ كَانَ مَنصُورًا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kill a life Allah has made sacred except by right. Whoever is killed unjustly, We have given his heir authority over the killer through just retribution, but let him not go too far in killing; he will be supported.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تَقْرَبُواْ مَالَ الْيَتِيمِ إِلَّا بِالَّتِي هِيَ أَحْسَنُ حَتَّىٰ يَبْلُغَ أَشُدَّهُ وَأَوْفُواْ بِالْعَهْدِ إِنَّ الْعَهْدَ كَانَ مَسْـُٔولًا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go near the orphan's wealth except in the best way until he reaches maturity, and fulfil promises; you will be asked about promises.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وَأَوْفُواْ الْكَيْلَ إِذَا كِلْتُمْ وَزِنُواْ بِالْقِسْطَاسِ الْمُسْتَقِيمِ ذَٰلِكَ خَيْرٌ وَأَحْسَنُ تَأْوِيلًا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full measure when you measure, and weigh with a fair balance. That is better and has the best outcome.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تَقْفُ مَا لَيْسَ لَكَ بِهِ عِلْمٌ إِنَّ السَّمْعَ وَالْبَصَرَ وَالْفُؤَادَ كُلُّ أُوْلَـٰئِكَ كَانَ عَنْهُ مَسْـُٔولًا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follow what you have no knowledge of. Hearing, sight and the heart, each of these will be asked about on the Day of Resurrection.</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تَمْشِ فِي الْأَرْضِ مَرَحًا إِنَّكَ لَن تَخْرِقَ الْأَرْضَ وَلَن تَبْلُغَ الْجِبَالَ طُولًا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walk on the earth arrogantly. You can never tear the earth apart with your steps, nor reach the mountains in height by showing off.</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 ذَٰلِكَ كَانَ سَيِّئُهُ عِندَ رَبِّكَ مَكْرُوهًا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evil of all these forbidden things is hateful to your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مِمَّآ أَوْحَىٰ إِلَيْكَ رَبُّكَ مِنَ الْحِكْمَةِ وَلَا تَجْعَلْ مَعَ اللَّهِ إِلَٰهًا ءَاخَرَ فَتُلْقَىٰ فِي جَهَنَّمَ مَلُومًا مَّدْحُورًا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part of the wisdom your Lord has revealed to you. Do not set up another god with Allah, or you will be thrown into Hell, blamed and driven away.</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أَفَأَصْفَىٰكُمْ رَبُّكُم بِالْبَنِينَ وَاتَّخَذَ مِنَ الْمَلَـٰئِكَةِ إِنَٰثًا إِنَّكُمْ لَتَقُولُونَ قَوْلًا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your Lord chosen sons for you and taken daughters for Himself from among the angels? You are saying a very sinful thing.</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صَرَّفْنَا فِي هَٰذَا الْقُرْءَانِ لِيَذَّكَّرُواْ وَمَا يَزِيدُهُمْ إِلَّا نُفُورًا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explained proofs and examples in this Qur'an so that they may take heed, but it only increases them in running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لَّوْ كَانَ مَعَهُ ءَالِهَةٌ كَمَا يَقُولُونَ إِذًا لَّابْتَغَوْاْ إِلَىٰ ذِي الْعَرْشِ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there were other gods with Allah, as they say, they would have tried to find a way to the Owner of the Throne, to fight Him or to get close to Him.</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سُبْحَٰنَهُ وَتَعَٰلَىٰ عَمَّا يَقُولُونَ عُلُوًّا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Glory be to Allah, far above what they say!</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تُسَبِّحُ لَهُ السَّمَٰوَٰتُ السَّبْعُ وَالْأَرْضُ وَمَن فِيهِنَّ وَإِن مِّن شَيْءٍ إِلَّا يُسَبِّحُ بِحَمْدِهِ وَلَٰكِن لَّا تَفْقَهُونَ تَسْبِيحَهُمْ إِنَّهُ كَانَ حَلِيمًا غَفُورًا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seven heavens and the earth and all in them glorify Him. There is nothing that does not glorify Him with praise, but you do not understand their glorification. He is Forbearing, Forgiving.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قَرَأْتَ الْقُرْءَانَ جَعَلْنَا بَيْنَكَ وَبَيْنَ الَّذِينَ لَا يُؤْمِنُونَ بِالْأخِرَةِ حِجَابًا مَّسْتُورًا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recite the Qur'an, We put between you and those who do not believe in the Hereafter a hidden barrier that stops them from understanding it.</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عَلَىٰ قُلُوبِهِمْ أَكِنَّةً أَن يَفْقَهُوهُ وَفِي ءَاذَانِهِمْ وَقْرًا وَإِذَا ذَكَرْتَ رَبَّكَ فِي الْقُرْءَانِ وَحْدَهُ وَلَّوْاْ عَلَىٰ أَدْبَٰرِهِمْ نُفُورًا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put covers on their hearts so they do not understand it, and deafness in their ears. When you mention your Lord alone in the Qur'an, they turn their backs and run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نَّحْنُ أَعْلَمُ بِمَا يَسْتَمِعُونَ بِهِ إِذْ يَسْتَمِعُونَ إِلَيْكَ وَإِذْ هُمْ نَجْوَىٰ إِذْ يَقُولُ الظَّـٰلِمُونَ إِن تَتَّبِعُونَ إِلَّا رَجُلًا مَّسْحُورًا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know best how they listen when they listen to you, and when they talk secretly, when the wrongdoers say: You are only following a man under a spell.</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انظُرْ كَيْفَ ضَرَبُواْ لَكَ الْأَمْثَالَ فَضَلُّواْ فَلَا يَسْتَطِيعُونَ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See how they describe you with false descriptions! They have gone astray and cannot find the way to the truth.</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أَءِذَا كُنَّا عِظَٰمًا وَرُفَٰتًا أَءِنَّا لَمَبْعُوثُونَ خَلْقًا جَدِيدًا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When we have become bones and crumbled pieces, will we really be raised again as a new creation?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كُونُواْ حِجَارَةً أَوْ حَدِيدًا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Even if you became stones or iron,</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254660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خَلْقًا مِّمَّا يَكْبُرُ فِي صُدُورِكُمْ فَسَيَقُولُونَ مَن يُعِيدُنَا قُلِ الَّذِي فَطَرَكُمْ أَوَّلَ مَرَّةٍ فَسَيُنْغِضُونَ إِلَيْكَ رُءُوسَهُمْ وَيَقُولُونَ مَتَىٰ هُوَ قُلْ عَسَىٰ أَن يَكُونَ قَرِيبًا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any creation that seems greater to you, Allah will bring you back. They will say: Who will bring us back? Say: The One who created you the first time. Then they will shake their heads mockingly and say: When will it be? Say: Perhaps it is near.</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يَدْعُوكُمْ فَتَسْتَجِيبُونَ بِحَمْدِهِ وَتَظُنُّونَ إِن لَّبِثْتُمْ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He calls you out of your graves, you will answer with His praise, and you will think you stayed in the world only a little while.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لِّعِبَادِي يَقُولُواْ الَّتِي هِيَ أَحْسَنُ إِنَّ الشَّيْطَٰنَ يَنزَغُ بَيْنَهُمْ إِنَّ الشَّيْطَٰنَ كَانَ لِلْإِنسَٰنِ عَدُوًّا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Tell My believing servants to say the best words. Satan sows trouble between them. Satan is a clear enemy to man.</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رَّبُّكُمْ أَعْلَمُ بِكُمْ إِن يَشَأْ يَرْحَمْكُمْ أَوْ إِن يَشَأْ يُعَذِّبْكُمْ وَمَآ أَرْسَلْنَٰكَ عَلَيْهِمْ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knows you best. If He wills, He will have mercy on you, or if He wills, He will punish you. We have not sent you as a guardian over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وَرَبُّكَ أَعْلَمُ بِمَن فِي السَّمَٰوَٰتِ وَالْأَرْضِ وَلَقَدْ فَضَّلْنَا بَعْضَ النَّبِيِّـنَ عَلَىٰ بَعْضٍ وَءَاتَيْنَا دَاوُدَ زَبُورًا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knows best everyone in the heavens and the earth. We have preferred some prophets over others, and We gave Dawud the Zabur.</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ادْعُواْ الَّذِينَ زَعَمْتُم مِّن دُونِهِ فَلَا يَمْلِكُونَ كَشْفَ الضُّرِّ عَنكُمْ وَلَا تَحْوِيلًا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Call those you claim are gods besides Allah; they have no power to remove harm from you or turn it to others.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يَدْعُونَ يَبْتَغُونَ إِلَىٰ رَبِّهِمُ الْوَسِيلَةَ أَيُّهُمْ أَقْرَبُ وَيَرْجُونَ رَحْمَتَهُ وَيَخَافُونَ عَذَابَهُ إِنَّ عَذَابَ رَبِّكَ كَانَ مَحْذُورًا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they call on, like the angels and the righteous, are themselves seeking to come close to their Lord through obedience, each trying to be nearest, hoping for His mercy and fearing His punishment. Your Lord's punishment is something to beware of.</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مِّن قَرْيَةٍ إِلَّا نَحْنُ مُهْلِكُوهَا قَبْلَ يَوْمِ الْقِيَٰمَةِ أَوْ مُعَذِّبُوهَا عَذَابًا شَدِيدًا كَانَ ذَٰلِكَ فِي الْكِتَٰبِ مَسْطُورًا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wrongdoing town that We will not destroy before the Day of Resurrection or punish severely. That is written in the Preserved Tablet.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مَنَعَنَآ أَن نُّرْسِلَ بِالْأيَٰتِ إِلَّآ أَن كَذَّبَ بِهَا الْأَوَّلُونَ وَءَاتَيْنَا ثَمُودَ النَّاقَةَ مُبْصِرَةً فَظَلَمُواْ بِهَا وَمَا نُرْسِلُ بِالْأيَٰتِ إِلَّا تَخْوِيفًا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Nothing stopped Us from sending the miracles they asked for except that earlier peoples denied them and were destroyed. We gave Thamud the she-camel as a clear sign, but they wronged her. We only send signs as a warning.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قُلْنَا لَكَ إِنَّ رَبَّكَ أَحَاطَ بِالنَّاسِ وَمَا جَعَلْنَا الرُّءْيَا الَّتِي أَرَيْنَٰكَ إِلَّا فِتْنَةً لِّلنَّاسِ وَالشَّجَرَةَ الْمَلْعُونَةَ فِي الْقُرْءَانِ وَنُخَوِّفُهُمْ فَمَا يَزِيدُهُمْ إِلَّا طُغْيَٰنًا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We told you: Your Lord surrounds people with His power and knowledge. We only made what We showed you on the Night Journey a test for people, and also the tree of Zaqqum cursed in the Qur'an. We warn them, but it only increases them in great rebellion.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قُلْنَا لِلْمَلَـٰئِكَةِ اسْجُدُواْ لِأدَمَ فَسَجَدُواْ إِلَّآ إِبْلِيسَ قَالَ ءَأَسْجُدُ لِمَنْ خَلَقْتَ طِينًا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We said to the angels: Bow down to Adam. They bowed down, except Iblis. He said: Should I bow down to one You created from clay?</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أَرَءَيْتَكَ هَٰذَا الَّذِي كَرَّمْتَ عَلَيَّ لَئِنْ أَخَّرْتَنِ إِلَىٰ يَوْمِ الْقِيَٰمَةِ لَأَحْتَنِكَنَّ ذُرِّيَّتَهُ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Tell me, is this the one You have honoured above me? If You give me time until the Day of Resurrection, I will take control of his descendants by misleading them, except a few.</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اذْهَبْ فَمَن تَبِعَكَ مِنْهُمْ فَإِنَّ جَهَنَّمَ جَزَآؤُكُمْ جَزَآءً مَّوْفُورًا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Go! Whoever of them follows you, Hell will be the reward for all of you, a full reward.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64 –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وَاسْتَفْزِزْ مَنِ اسْتَطَعْتَ مِنْهُم بِصَوْتِكَ وَأَجْلِبْ عَلَيْهِم بِخَيْلِكَ وَرَجِلِكَ وَشَارِكْهُمْ فِي الْأَمْوَٰلِ وَالْأَوْلَٰدِ وَعِدْهُمْ وَمَا يَعِدُهُمُ الشَّيْطَٰنُ إِلَّا غُرُورًا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Lead astray whoever you can of them with your voice and your call to sin, gather against them your helpers, riding and walking, share with them in forbidden wealth and children, and make them false promises. Satan promises them nothing but deception.</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عِبَادِي لَيْسَ لَكَ عَلَيْهِمْ سُلْطَٰنٌ وَكَفَىٰ بِرَبِّكَ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Over My believing servants you have no power, and your Lord is enough as their Guardian.</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رَّبُّكُمُ الَّذِي يُزْجِي لَكُمُ الْفُلْكَ فِي الْبَحْرِ لِتَبْتَغُواْ مِن فَضْلِهِ إِنَّهُ كَانَ بِكُمْ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One who drives the ships for you on the sea so that you may seek His provision. He is Most Merciful to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67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مَسَّكُمُ الضُّرُّ فِي الْبَحْرِ ضَلَّ مَن تَدْعُونَ إِلَّآ إِيَّاهُ فَلَمَّا نَجَّىٰكُمْ إِلَى الْبَرِّ أَعْرَضْتُمْ وَكَانَ الْإِنسَٰنُ كَفُورًا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fear touches you at sea, everyone you call on disappears except Allah. But when He brings you safely to land, you turn away. Man is ever ungrateful.</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أَفَأَمِنتُمْ أَن يَخْسِفَ بِكُمْ جَانِبَ الْبَرِّ أَوْ يُرْسِلَ عَلَيْكُمْ حَاصِبًا ثُمَّ لَا تَجِدُواْ لَكُمْ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feel safe that He will not make the land swallow you, or send against you a wind raining stones, and then you would find no protector?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أَمِنتُمْ أَن يُعِيدَكُمْ فِيهِ تَارَةً أُخْرَىٰ فَيُرْسِلَ عَلَيْكُمْ قَاصِفًا مِّنَ الرِّيحِ فَيُغْرِقَكُم بِمَا كَفَرْتُمْ ثُمَّ لَا تَجِدُواْ لَكُمْ عَلَيْنَا بِهِ تَبِيعًا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feel safe that He will not send you back to sea another time and send a violent wind that smashes everything, drowning you for your disbelief, and then you would find no one to demand your case against Us?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كَرَّمْنَا بَنِي ءَادَمَ وَحَمَلْنَٰهُمْ فِي الْبَرِّ وَالْبَحْرِ وَرَزَقْنَٰهُم مِّنَ الطَّيِّبَٰتِ وَفَضَّلْنَٰهُمْ عَلَىٰ كَثِيرٍ مِّمَّنْ خَلَقْنَا تَفْضِيلًا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honoured the children of Adam with minds and a good form, carried them on land on animals and at sea on ships, provided them with good things, and preferred them greatly over much of what We created.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نَدْعُواْ كُلَّ أُنَاسٍ بِإِمَٰمِهِمْ فَمَنْ أُوتِيَ كِتَٰبَهُ بِيَمِينِهِ فَأُوْلَـٰئِكَ يَقْرَءُونَ كِتَٰبَهُمْ وَلَا يُظْلَمُونَ فَتِيلًا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call every people with their leader, their prophet and their book of deeds, those given their book in their right hand will read their book happily, and they will not be wronged even as much as the thread in a date stone.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كَانَ فِي هَٰذِهِ أَعْمَىٰ فَهُوَ فِي الْأخِرَةِ أَعْمَىٰ وَأَضَلُّ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is blind in his heart to the truth in this world will be blind in the Hereafter and even further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كَادُواْ لَيَفْتِنُونَكَ عَنِ الَّذِي أَوْحَيْنَآ إِلَيْكَ لِتَفْتَرِيَ عَلَيْنَا غَيْرَهُ وَإِذًا لَّاتَّخَذُوكَ خَلِيلًا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almost turned you away from what We revealed to you so that you would make up something else about Us, and then they would have taken you as a close friend.</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أَن ثَبَّتْنَٰكَ لَقَدْ كِدتَّ تَرْكَنُ إِلَيْهِمْ شَيْـًٔا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had not kept you firm on the truth, you would almost have leaned towards them a little.</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لَّأَذَقْنَٰكَ ضِعْفَ الْحَيَوٰةِ وَضِعْفَ الْمَمَاتِ ثُمَّ لَا تَجِدُ لَكَ عَلَيْنَا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would have made you taste double punishment in life and double after death, and you would have found no helper against Us. But Allah protected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76 –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كَادُواْ لَيَسْتَفِزُّونَكَ مِنَ الْأَرْضِ لِيُخْرِجُوكَ مِنْهَا وَإِذًا لَّا يَلْبَثُونَ خِلَٰفَكَ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almost drove you out of Makkah to expel you from it; and if they had, they would only have stayed a little while after you.</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سُنَّةَ مَن قَدْ أَرْسَلْنَا قَبْلَكَ مِن رُّسُلِنَا وَلَا تَجِدُ لِسُنَّتِنَا تَحْوِيلًا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Allah's way with the messengers We sent before you: whoever drives out his prophet is destroyed. You will find no change in Our 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78 – 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أَقِمِ الصَّلَوٰةَ لِدُلُوكِ الشَّمْسِ إِلَىٰ غَسَقِ الَّيْلِ وَقُرْءَانَ الْفَجْرِ إِنَّ قُرْءَانَ الْفَجْرِ كَانَ مَشْهُودًا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Perform the prayer from the sun's turning at noon until the darkness of night: Zhuhr, 'Asr, Maghrib and 'Isha', and the Fajr prayer. The Fajr prayer is witnessed by the angels of the night and the day.</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الَّيْلِ فَتَهَجَّدْ بِهِ نَافِلَةً لَّكَ عَسَىٰ أَن يَبْعَثَكَ رَبُّكَ مَقَامًا مَّحْمُودًا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 part of the night, pray Tahajjud as extra for you. Perhaps your Lord will raise you on the Day of Resurrection to a praised station, the great intercession.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80 – 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8" name="Text 6"/>
          <p:cNvSpPr txBox="1"/>
          <p:nvPr/>
        </p:nvSpPr>
        <p:spPr>
          <a:xfrm>
            <a:off x="1444752" y="184937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رَّبِّ أَدْخِلْنِي مُدْخَلَ صِدْقٍ وَأَخْرِجْنِي مُخْرَجَ صِدْقٍ وَاجْعَل لِّي مِن لَّدُنكَ سُلْطَٰنًا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My Lord, let me enter Madinah in a good way, let me leave Makkah in a good way, and give me from You a supporting authority.</a:t>
            </a:r>
            <a:endParaRPr lang="en-US" sz="3000" dirty="0"/>
          </a:p>
        </p:txBody>
      </p:sp>
      <p:sp>
        <p:nvSpPr>
          <p:cNvPr id="9" name="Shape 7"/>
          <p:cNvSpPr/>
          <p:nvPr/>
        </p:nvSpPr>
        <p:spPr>
          <a:xfrm>
            <a:off x="1444752" y="3838194"/>
            <a:ext cx="8641080" cy="0"/>
          </a:xfrm>
          <a:prstGeom prst="line">
            <a:avLst/>
          </a:prstGeom>
          <a:noFill/>
          <a:ln w="9525">
            <a:solidFill>
              <a:schemeClr val="accent2"/>
            </a:solidFill>
            <a:prstDash val="dash"/>
          </a:ln>
        </p:spPr>
      </p:sp>
      <p:sp>
        <p:nvSpPr>
          <p:cNvPr id="10" name="Shape 8"/>
          <p:cNvSpPr/>
          <p:nvPr/>
        </p:nvSpPr>
        <p:spPr>
          <a:xfrm>
            <a:off x="713232" y="4071366"/>
            <a:ext cx="548640" cy="548640"/>
          </a:xfrm>
          <a:prstGeom prst="star8">
            <a:avLst/>
          </a:prstGeom>
          <a:solidFill>
            <a:schemeClr val="accent2"/>
          </a:solidFill>
          <a:ln/>
        </p:spPr>
      </p:sp>
      <p:sp>
        <p:nvSpPr>
          <p:cNvPr id="11" name="Shape 9"/>
          <p:cNvSpPr/>
          <p:nvPr/>
        </p:nvSpPr>
        <p:spPr>
          <a:xfrm>
            <a:off x="822960" y="418109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713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3" name="Text 11"/>
          <p:cNvSpPr txBox="1"/>
          <p:nvPr/>
        </p:nvSpPr>
        <p:spPr>
          <a:xfrm>
            <a:off x="1444752" y="405307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جَآءَ الْحَقُّ وَزَهَقَ الْبَٰطِلُ إِنَّ الْبَٰطِلَ كَانَ زَهُوقًا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Islam has come and shirk has vanished. Falsehood is bound to vanish; it has no firmness. The Prophet (peace be upon him) recited it on the day of the Conquest of Makkah while breaking the idols.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82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وَنُنَزِّلُ مِنَ الْقُرْءَانِ مَا هُوَ شِفَآءٌ وَرَحْمَةٌ لِّلْمُؤْمِنِينَ وَلَا يَزِيدُ الظَّـٰلِمِينَ إِلَّا خَسَارًا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send down of the Qur'an what is healing for diseases of hearts and bodies and mercy for the believers, but it only increases the wrongdoers in loss.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أَنْعَمْنَا عَلَى الْإِنسَٰنِ أَعْرَضَ وَنَـَٔا بِجَانِبِهِ وَإِذَا مَسَّهُ الشَّرُّ كَانَ يَـُٔوسًا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bless man, he turns away from thankfulness and becomes proud, and when evil touches him, he falls into despair.</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كُلٌّ يَعْمَلُ عَلَىٰ شَاكِلَتِهِ فَرَبُّكُمْ أَعْلَمُ بِمَنْ هُوَ أَهْدَىٰ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Everyone acts in his own way and as suits him, and your Lord knows best who is best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85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وَيَسْـَٔلُونَكَ عَنِ الرُّوحِ قُلِ الرُّوحُ مِنْ أَمْرِ رَبِّي وَمَآ أُوتِيتُم مِّنَ الْعِلْمِ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Jews ask you about the soul. Say: The soul is from the command of my Lord; only He knows it, and you have been given only a little knowledge.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شِئْنَا لَنَذْهَبَنَّ بِالَّذِي أَوْحَيْنَآ إِلَيْكَ ثُمَّ لَا تَجِدُ لَكَ بِهِ عَلَيْنَا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willed, We could take away the Qur'an We have revealed to you from hearts and pages, and you would find no one to bring it back from Us,</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رَحْمَةً مِّن رَّبِّكَ إِنَّ فَضْلَهُ كَانَ عَلَيْكَ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We kept it as a mercy from your Lord. His favour on you is great.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88 – 90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لَّئِنِ اجْتَمَعَتِ الْإِنسُ وَالْجِنُّ عَلَىٰ أَن يَأْتُواْ بِمِثْلِ هَٰذَا الْقُرْءَانِ لَا يَأْتُونَ بِمِثْلِهِ وَلَوْ كَانَ بَعْضُهُمْ لِبَعْضٍ ظَهِيرًا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all humans and jinn came together to produce something like this Qur'an, they could not produce anything like it, even if they helped one another.</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صَرَّفْنَا لِلنَّاسِ فِي هَٰذَا الْقُرْءَانِ مِن كُلِّ مَثَلٍ فَأَبَىٰ أَكْثَرُ النَّاسِ إِلَّا كُفُورًا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explained for people in this Qur'an every kind of example, but most people refuse everything except denial.</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لَن نُّؤْمِنَ لَكَ حَتَّىٰ تَفْجُرَ لَنَا مِنَ الْأَرْضِ يَنبُوعًا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will not believe you until you make a spring gush out of the ground of Makkah for 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91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تَكُونَ لَكَ جَنَّةٌ مِّن نَّخِيلٍ وَعِنَبٍ فَتُفَجِّرَ الْأَنْهَٰرَ خِلَٰلَهَا تَفْجِيرًا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you have a garden of palm trees and grapes and make rivers gush through it,</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13" name="Text 11"/>
          <p:cNvSpPr txBox="1"/>
          <p:nvPr/>
        </p:nvSpPr>
        <p:spPr>
          <a:xfrm>
            <a:off x="1444752" y="25466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تُسْقِطَ السَّمَآءَ كَمَا زَعَمْتَ عَلَيْنَا كِسَفًا أَوْ تَأْتِيَ بِاللَّهِ وَالْمَلَـٰئِكَةِ قَبِيلًا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you make the sky fall on us in pieces as you claimed, or bring Allah and the angels before us face to face,</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يَكُونَ لَكَ بَيْتٌ مِّن زُخْرُفٍ أَوْ تَرْقَىٰ فِي السَّمَآءِ وَلَن نُّؤْمِنَ لِرُقِيِّكَ حَتَّىٰ تُنَزِّلَ عَلَيْنَا كِتَٰبًا نَّقْرَؤُهُ قُلْ سُبْحَانَ رَبِّي هَلْ كُنتُ إِلَّا بَشَرًا رَّسُولًا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you have a house of gold, or you climb up into the sky; and we will not believe your climbing until you bring down to us a book we can read. Say: Glory be to my Lord! Am I anything but a human messenger?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94 – 96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مَنَعَ النَّاسَ أَن يُؤْمِنُواْ إِذْ جَآءَهُمُ الْهُدَىٰ إِلَّآ أَن قَالُواْ أَبَعَثَ اللَّهُ بَشَرًا رَّسُولًا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Nothing stopped people from believing when guidance came to them except their saying in amazement: Has Allah sent a human as a messenger?</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لَّوْ كَانَ فِي الْأَرْضِ مَلَـٰئِكَةٌ يَمْشُونَ مُطْمَئِنِّينَ لَنَزَّلْنَا عَلَيْهِم مِّنَ السَّمَآءِ مَلَكًا رَّسُولًا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there were angels walking calmly on earth, We would have sent down to them from the sky an angel as a messenger of their own kind.</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كَفَىٰ بِاللَّهِ شَهِيدًا بَيْنِي وَبَيْنَكُمْ إِنَّهُ كَانَ بِعِبَادِهِ خَبِيرًا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Allah is enough as a Witness between me and you. He is All-Aware and All-Seeing of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97 – 98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يَهْدِ اللَّهُ فَهُوَ الْمُهْتَدِ وَمَن يُضْلِلْ فَلَن تَجِدَ لَهُمْ أَوْلِيَآءَ مِن دُونِهِ وَنَحْشُرُهُمْ يَوْمَ الْقِيَٰمَةِ عَلَىٰ وُجُوهِهِمْ عُمْيًا وَبُكْمًا وَصُمًّا مَّأْوَىٰهُمْ جَهَنَّمُ كُلَّمَا خَبَتْ زِدْنَٰهُمْ سَعِيرًا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Allah guides is truly guided, and whoever He leaves astray, you will find no protectors for them besides Him. On the Day of Resurrection We will gather them on their faces, blind, dumb and deaf. Their home is Hell; whenever it dies down, We increase its blaze for them.</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جَزَآؤُهُم بِأَنَّهُمْ كَفَرُواْ بِـَٔايَٰتِنَا وَقَالُواْ أَءِذَا كُنَّا عِظَٰمًا وَرُفَٰتًا أَءِنَّا لَمَبْعُوثُونَ خَلْقًا جَدِيدًا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their reward for disbelieving in Our signs and saying: When we have become bones and crumbled pieces, will we really be raised as a new creation?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99 –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أَنَّ اللَّهَ الَّذِي خَلَقَ السَّمَٰوَٰتِ وَالْأَرْضَ قَادِرٌ عَلَىٰ أَن يَخْلُقَ مِثْلَهُمْ وَجَعَلَ لَهُمْ أَجَلًا لَّا رَيْبَ فِيهِ فَأَبَى الظَّـٰلِمُونَ إِلَّا كُفُورًا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that Allah, who created the heavens and the earth, is able to create the like of them? He has set for them a time about which there is no doubt, but the wrongdoers refuse everything except denial.</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لَّوْ أَنتُمْ تَمْلِكُونَ خَزَآئِنَ رَحْمَةِ رَبِّي إِذًا لَّأَمْسَكْتُمْ خَشْيَةَ الْإِنفَاقِ وَكَانَ الْإِنسَٰنُ قَتُورًا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you owned the treasures of my Lord's provision, you would hold them back for fear of running out. Man is ever stingy.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101 – 102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مُوسَىٰ تِسْعَ ءَايَٰتٍ بَيِّنَٰتٍ فَسْـَٔلْ بَنِي إِسْرَـٰءِيلَ إِذْ جَآءَهُمْ فَقَالَ لَهُ فِرْعَوْنُ إِنِّي لَأَظُنُّكَ يَٰمُوسَىٰ مَسْحُورًا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nine clear signs: the staff, the hand, the flood, locusts, lice, frogs, blood, years of drought and shortage of fruits. Ask the Children of Israel. Pharaoh said to him: O Musa, I think you are under a spell.</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لَقَدْ عَلِمْتَ مَآ أَنزَلَ هَـٰؤُلَآءِ إِلَّا رَبُّ السَّمَٰوَٰتِ وَالْأَرْضِ بَصَآئِرَ وَإِنِّي لَأَظُنُّكَ يَٰفِرْعَوْنُ مَثْبُورًا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You know, O Pharaoh, that none sent these down except the Lord of the heavens and the earth as clear proofs, and I think, O Pharaoh, that you are doomed.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103 – 105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فَأَرَادَ أَن يَسْتَفِزَّهُم مِّنَ الْأَرْضِ فَأَغْرَقْنَٰهُ وَمَن مَّعَهُ جَمِيعًا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wanted to drive the Children of Israel out of Egypt and destroy them, so We drowned him and all those with him.</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وَقُلْنَا مِن بَعْدِهِ لِبَنِي إِسْرَـٰءِيلَ اسْكُنُواْ الْأَرْضَ فَإِذَا جَآءَ وَعْدُ الْأخِرَةِ جِئْنَا بِكُمْ لَفِيفًا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After drowning him, We said to the Children of Israel: Live in the land, and when the promise of the Hereafter comes, We will bring you all together.</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وَبِالْحَقِّ أَنزَلْنَٰهُ وَبِالْحَقِّ نَزَلَ وَمَآ أَرْسَلْنَٰكَ إِلَّا مُبَشِّرًا وَنَذِيرًا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the truth We sent down the Qur'an, and with the truth it came down, protected. We have only sent you as a bringer of good news and a warner.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106 – 108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وَقُرْءَانًا فَرَقْنَٰهُ لِتَقْرَأَهُ عَلَى النَّاسِ عَلَىٰ مُكْثٍ وَنَزَّلْنَٰهُ تَنزِيلًا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a Qur'an We have divided into parts so that you recite it to people slowly, and We sent it down in stages according to events.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ءَامِنُواْ بِهِ أَوْ لَا تُؤْمِنُواْ إِنَّ الَّذِينَ أُوتُواْ الْعِلْمَ مِن قَبْلِهِ إِذَا يُتْلَىٰ عَلَيْهِمْ يَخِرُّونَ لِلْأَذْقَانِ سُجَّدًا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Believe in it or do not. Those given knowledge before it from the People of the Book, when it is recited to them, fall down on their faces in prostration,</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سُبْحَٰنَ رَبِّنَآ إِن كَانَ وَعْدُ رَبِّنَا لَمَفْعُولًا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Glory be to our Lord! Our Lord's promise of sending Muhammad has surely come true.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109 – 110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وَيَخِرُّونَ لِلْأَذْقَانِ يَبْكُونَ وَيَزِيدُهُمْ خُشُوعًا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fall down on their faces weeping, and the Qur'an increases them in humility. This is a place of prostration in recitation.</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ادْعُواْ اللَّهَ أَوِ ادْعُواْ الرَّحْمَٰنَ أَيًّا مَّا تَدْعُواْ فَلَهُ الْأَسْمَآءُ الْحُسْنَىٰ وَلَا تَجْهَرْ بِصَلَاتِكَ وَلَا تُخَافِتْ بِهَا وَابْتَغِ بَيْنَ ذَٰلِكَ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Call on Allah or call on the Most Merciful; whichever name you call on, His are the Most Beautiful Names. Do not recite too loudly in your prayer, so the idol-worshippers hear and insult the Qur'an, nor too quietly, so your Companions cannot hear; seek a middle way between.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Al-Isra'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الْحَمْدُ لِلَّهِ الَّذِي لَمْ يَتَّخِذْ وَلَدًا وَلَمْ يَكُن لَّهُ شَرِيكٌ فِي الْمُلْكِ وَلَمْ يَكُن لَّهُ وَلِيٌّ مِّنَ الذُّلِّ وَكَبِّرْهُ تَكْبِيرًا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All praise is for Allah, who has not taken a son, has no partner in His kingdom, and needs no protector out of weakness. And glorify Him greatly.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Image 0" descr="assets15/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"Our Lord, give us mercy from You and guide us rightly in our affair." (Al-Kahf 18:10)</a:t>
            </a:r>
            <a:endParaRPr lang="en-US" sz="2100" dirty="0"/>
          </a:p>
        </p:txBody>
      </p:sp>
      <p:pic>
        <p:nvPicPr>
          <p:cNvPr id="5" name="Image 1" descr="assets15/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15 Tafsir EN">
  <a:themeElements>
    <a:clrScheme name="Juz 15 Tafsir EN">
      <a:dk1>
        <a:srgbClr val="222A2D"/>
      </a:dk1>
      <a:lt1>
        <a:srgbClr val="FFFFFF"/>
      </a:lt1>
      <a:dk2>
        <a:srgbClr val="0E5F73"/>
      </a:dk2>
      <a:lt2>
        <a:srgbClr val="F5FAFB"/>
      </a:lt2>
      <a:accent1>
        <a:srgbClr val="0E5F73"/>
      </a:accent1>
      <a:accent2>
        <a:srgbClr val="C9A04A"/>
      </a:accent2>
      <a:accent3>
        <a:srgbClr val="1A7A90"/>
      </a:accent3>
      <a:accent4>
        <a:srgbClr val="5F696D"/>
      </a:accent4>
      <a:accent5>
        <a:srgbClr val="E2EEF1"/>
      </a:accent5>
      <a:accent6>
        <a:srgbClr val="8A2F2A"/>
      </a:accent6>
      <a:hlink>
        <a:srgbClr val="1A7A90"/>
      </a:hlink>
      <a:folHlink>
        <a:srgbClr val="5F696D"/>
      </a:folHlink>
    </a:clrScheme>
    <a:fontScheme name="Juz 15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Subhan — Simplified Tafsir from Ibn Kathir</dc:title>
  <dc:subject>PptxGenJS Presentation</dc:subject>
  <dc:creator>Qur'an Teacher</dc:creator>
  <cp:lastModifiedBy>Qur'an Teacher</cp:lastModifiedBy>
  <cp:revision>1</cp:revision>
  <dcterms:created xsi:type="dcterms:W3CDTF">2026-10-04T04:42:56Z</dcterms:created>
  <dcterms:modified xsi:type="dcterms:W3CDTF">2026-10-04T04:42:56Z</dcterms:modified>
</cp:coreProperties>
</file>
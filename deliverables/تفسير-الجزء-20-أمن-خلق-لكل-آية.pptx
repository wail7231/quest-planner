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7f371475-83c9-88cc-5b47-3db7723e9c2f}">
          <p14:sldIdLst>
            <p14:sldId id="256"/>
            <p14:sldId id="257"/>
            <p14:sldId id="258"/>
          </p14:sldIdLst>
        </p14:section>
        <p14:section name="سورة العنكبوت" id="{bb7c00bc-2488-d822-7bd6-eb531c1215a7}">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سورة القصص" id="{65a2396a-b40e-3e7e-06f1-6f71a73b4dbe}">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Lst>
        </p14:section>
        <p14:section name="سورة النمل" id="{78dc9fba-c372-02f2-8a2a-e7e872600cbf}">
          <p14:sldIdLst>
            <p14:sldId id="319"/>
            <p14:sldId id="320"/>
            <p14:sldId id="321"/>
            <p14:sldId id="322"/>
            <p14:sldId id="323"/>
            <p14:sldId id="324"/>
            <p14:sldId id="325"/>
            <p14:sldId id="326"/>
            <p14:sldId id="327"/>
            <p14:sldId id="328"/>
            <p14:sldId id="329"/>
            <p14:sldId id="330"/>
            <p14:sldId id="331"/>
            <p14:sldId id="332"/>
          </p14:sldIdLst>
        </p14:section>
        <p14:section name="الخاتمة" id="{56d7fc5b-b102-c2ae-09f8-b3a8b8c1a693}">
          <p14:sldIdLst>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العنكبوت ثم نصعد سورةً سورة حتى نصل إلى سورة النمل،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شبّه الله الذين يعبدون غيره في الآية 41؟ ولماذا؟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الصفتان اللتان ذكرتهما ابنة الرجل الصالح في موسى في الآية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كم مرة تكرّر سؤال «أإلهٌ مع الله؟» في الآيات 60–64؟ وما الذي يُثبته؟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0/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0/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0/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4.xml"/><Relationship Id="rId4"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0/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أمّن خلق</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0/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العنكبوت إلى سورة النمل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الطوبي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أمّن خلق</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العنكبوت صعودًا إلى سورة النمل</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العنكبوت</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القصص</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النمل</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العنكبوت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٤٥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سعد بن أبي وقاص رضي الله عنه: حلفت أمي ألّا تكلّمني أبدًا حتى أكفر بديني، ولا تأكل ولا تشرب، فأنزل الله: ﴿ووصّينا الإنسان بوالديه حسنًا وإن جاهداك لتُشرك بي ما ليس لك به علم فلا تطعهما﴾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٤٥: الإيمان لا بد له من اختبار، وبرّ الوالدين في غير معصية، وقصص نوح وإبراهيم ولوط وشعيب، ومثَل من اتخذ غير الله وليًّا كبيت العنكبوت.</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أَحَسِبَ النَّاسُ أَن يُتْرَكُواْ أَن يَقُولُواْ ءَامَنَّا وَهُمْ لَا يُفْتَنُونَ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أظنّ الناس أن يُتركوا بمجرد قولهم: آمنّا، دون أن يُختبروا بالشدائد؟</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فَتَنَّا الَّذِينَ مِن قَبْلِهِمْ فَلَيَعْلَمَنَّ اللَّهُ الَّذِينَ صَدَقُواْ وَلَيَعْلَمَنَّ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اختبرنا الأمم قبلهم، فليُظهرنّ الله الصادقين في إيمانهم، وليُظهرنّ الكاذبين.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 الَّذِينَ يَعْمَلُونَ السَّيِّـَٔاتِ أَن يَسْبِقُونَا سَآءَ مَا يَحْكُمُونَ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ظنّ الذين يعملون السيئات أن يفوتونا فلا نقدر عليهم؟ ساء حكمهم.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يَرْجُواْ لِقَآءَ اللَّهِ فَإِنَّ أَجَلَ اللَّهِ لَأتٍ وَهُوَ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يرجو لقاء الله وثوابه فإن الوقت الذي حدّده الله لآتٍ، وهو السميع العليم.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جَٰهَدَ فَإِنَّمَا يُجَٰهِدُ لِنَفْسِهِ إِنَّ اللَّهَ لَغَنِيٌّ عَنِ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جاهد نفسه في طاعة الله فإنما نفع ذلك لنفسه، إن الله غني عن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لَنُكَفِّرَنَّ عَنْهُمْ سَيِّـَٔاتِهِمْ وَلَنَجْزِيَنَّهُمْ أَحْسَنَ الَّذِي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الصالحون لنمحونّ عنهم سيئاتهم، ولنجزينّهم بأحسن أعمالهم.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وَوَصَّيْنَا الْإِنسَٰنَ بِوَٰلِدَيْهِ حُسْنًا وَإِن جَٰهَدَاكَ لِتُشْرِكَ بِي مَا لَيْسَ لَكَ بِهِ عِلْمٌ فَلَا تُطِعْهُمَآ إِلَيَّ مَرْجِعُكُمْ فَأُنَبِّئُكُم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ووصّينا الإنسان بوالديه برًّا وإحسانًا، وإن اجتهدا في أن تُشرك بي فلا تطعهما، إليّ مرجعكم فأخبركم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لَنُدْخِلَنَّهُمْ فِي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الصالحون لنُدخلنّهم في جملة الصالحين في الجنة.</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مَن يَقُولُ ءَامَنَّا بِاللَّهِ فَإِذَآ أُوذِيَ فِي اللَّهِ جَعَلَ فِتْنَةَ النَّاسِ كَعَذَابِ اللَّهِ وَلَئِن جَآءَ نَصْرٌ مِّن رَّبِّكَ لَيَقُولُنَّ إِنَّا كُنَّا مَعَكُمْ أَوَلَيْسَ اللَّهُ بِأَعْلَمَ بِمَا فِي صُدُورِ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من يقول: آمنّا بالله، فإذا أُوذي في سبيل الله جعل أذى الناس كعذاب الله فترك دينه، ولئن جاء نصر من ربك ليقولنّ: إنا كنا معكم! أوليس الله أعلم بما في صدور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وَلَيَعْلَمَنَّ اللَّهُ الَّذِينَ ءَامَنُواْ وَلَيَعْلَمَنَّ الْمُنَٰفِقِينَ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وليُظهرنّ الله المؤمنين الصادقين، وليُظهرنّ المنافقين.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لِلَّذِينَ ءَامَنُواْ اتَّبِعُواْ سَبِيلَنَا وَلْنَحْمِلْ خَطَٰيَٰكُمْ وَمَا هُم بِحَٰمِلِينَ مِنْ خَطَٰيَٰهُم مِّن شَيْءٍ 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للمؤمنين: اتّبعوا ديننا، ونحن نتحمّل عنكم ذنوبكم، وما هم بحاملين من ذنوبهم شيئًا، إنهم لكاذبون.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وَلَيَحْمِلُنَّ أَثْقَالَهُمْ وَأَثْقَالًا مَّعَ أَثْقَالِهِمْ وَلَيُسْـَٔلُنَّ يَوْمَ الْقِيَٰمَةِ عَمَّا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وليحملنّ ذنوبهم، وذنوب الذين أضلّوهم مع ذنوبهم، وليُسألنّ يوم القيامة عما كانوا يكذبون.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نُوحًا إِلَىٰ قَوْمِهِ فَلَبِثَ فِيهِمْ أَلْفَ سَنَةٍ إِلَّا خَمْسِينَ عَامًا فَأَخَذَهُمُ الطُّوفَانُ وَهُمْ 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نوحًا إلى قومه، فبقي فيهم يدعوهم ألف سنة إلا خمسين عامًا، فأهلكهم الطوفان وهم ظالمون.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فَأَنجَيْنَٰهُ وَأَصْحَٰبَ السَّفِينَةِ وَجَعَلْنَٰهَآ ءَايَةً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فأنجيناه ومن معه في السفينة، وجعلناها عبرة للعالمين.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وَإِبْرَٰهِيمَ إِذْ قَالَ لِقَوْمِهِ اعْبُدُواْ اللَّهَ وَاتَّقُوهُ ذَٰلِكُمْ خَيْرٌ لَّكُمْ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إبراهيم حين قال لقومه: اعبدوا الله واتقوه، ذلكم خير لكم إن كنتم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تَعْبُدُونَ مِن دُونِ اللَّهِ أَوْثَٰنًا وَتَخْلُقُونَ إِفْكًا إِنَّ الَّذِينَ تَعْبُدُونَ مِن دُونِ اللَّهِ لَا يَمْلِكُونَ لَكُمْ رِزْقًا فَابْتَغُواْ عِندَ اللَّهِ الرِّزْقَ وَاعْبُدُوهُ وَاشْكُرُواْ لَهُ 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تعبدون من دون الله أصنامًا، وتختلقون كذبًا، إن الذين تعبدون من دون الله لا يملكون لكم رزقًا، فاطلبوا الرزق من الله، واعبدوه، واشكروا له، إليه ترجعون.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تُكَذِّبُواْ فَقَدْ كَذَّبَ أُمَمٌ مِّن قَبْلِكُمْ وَمَا عَلَى الرَّسُولِ إِلَّا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تكذّبوا فقد كذّبت أمم قبلكم، وما على الرسول إلا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كَيْفَ يُبْدِئُ اللَّهُ الْخَلْقَ ثُمَّ يُعِيدُهُ إِنَّ ذَٰلِكَ عَلَى اللَّهِ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كيف يبدأ الله الخلق ثم يُعيده؟ إن ذلك على الله سهل.</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بَدَأَ الْخَلْقَ ثُمَّ اللَّهُ يُنشِئُ النَّشْأَةَ الْأخِرَةَ إِنَّ 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سيروا في الأرض فانظروا كيف بدأ الله الخلق، ثم الله يُنشئ الخلق مرة أخرى يوم القيامة، إن الله على كل شيء قدير.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يُعَذِّبُ مَن يَشَآءُ وَيَرْحَمُ مَن يَشَآءُ وَإِلَيْهِ تُقْلَبُونَ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يعذّب من يشاء بعدله، ويرحم من يشاء بفضله،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أَنتُم بِمُعْجِزِينَ فِي الْأَرْضِ وَلَا فِي السَّمَآءِ وَمَا لَكُم مِّن دُونِ اللَّهِ مِن وَلِيٍّ وَلَا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أنتم بفائتين من الله في الأرض ولا في السماء، وما لكم من دون الله من وليّ ولا نصير.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بِـَٔايَٰتِ اللَّهِ وَلِقَآئِهِ أُوْلَـٰئِكَ يَئِسُواْ مِن رَّحْمَتِي وَأُوْلَـٰئِكَ 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بآيات الله ولقائه أولئك يئسوا من رحمتي، ولهم 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كَانَ جَوَابَ قَوْمِهِ إِلَّآ أَن قَالُواْ اقْتُلُوهُ أَوْ حَرِّقُوهُ فَأَنجَىٰهُ اللَّهُ مِنَ النَّارِ إِنَّ فِي ذَٰلِكَ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كان جواب قوم إبراهيم إلا أن قالوا: اقتلوه أو أحرقوه، فأنجاه الله من النار، إن في ذلك لدلائل لقوم يؤمنون.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إِنَّمَا اتَّخَذْتُم مِّن دُونِ اللَّهِ أَوْثَٰنًا مَّوَدَّةَ بَيْنِكُمْ فِي الْحَيَوٰةِ الدُّنْيَا ثُمَّ يَوْمَ الْقِيَٰمَةِ يَكْفُرُ بَعْضُكُم بِبَعْضٍ وَيَلْعَنُ بَعْضُكُم بَعْضًا وَمَأْوَىٰكُمُ النَّارُ وَمَا لَكُم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إبراهيم: إنما عبدتم الأصنام لتتحابّوا عليها في الدنيا، ثم يوم القيامة يتبرّأ بعضكم من بعض، ويلعن بعضكم بعضًا، ومصيركم النار، وما لكم من ناصرين.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فَـَٔامَنَ لَهُ لُوطٌ وَقَالَ إِنِّي مُهَاجِرٌ إِلَىٰ رَبِّي إِنَّهُ 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فآمن له لوط، وقال إبراهيم: إني مهاجر إلى ربي، إنه هو العزيز الحكيم.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 إِسْحَٰقَ وَيَعْقُوبَ وَجَعَلْنَا فِي ذُرِّيَّتِهِ النُّبُوَّةَ وَالْكِتَٰبَ وَءَاتَيْنَٰهُ أَجْرَهُ فِي الدُّنْيَا وَإِنَّهُ فِي الْأخِرَةِ لَمِنَ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 إسحاق ويعقوب، وجعلنا في ذريته النبوة والكتب، وآتيناه ثوابه في الدنيا بالذكر الحسن، وإنه في الآخرة لمن الصالحين.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وَلُوطًا إِذْ قَالَ لِقَوْمِهِ إِنَّكُمْ لَتَأْتُونَ الْفَٰحِشَةَ مَا سَبَقَكُم بِهَا مِنْ أَحَدٍ مِّنَ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لوطًا حين قال لقومه: إنكم لتفعلون الفاحشة التي لم يسبقكم إليها أحد من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أَئِنَّكُمْ لَتَأْتُونَ الرِّجَالَ وَتَقْطَعُونَ السَّبِيلَ وَتَأْتُونَ فِي نَادِيكُمُ الْمُنكَرَ فَمَا كَانَ جَوَابَ قَوْمِهِ إِلَّآ أَن قَالُواْ ائْتِنَا بِعَذَابِ اللَّهِ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أإنكم لتأتون هذا المنكر، وتقطعون الطريق على المسافرين، وتفعلون في مجالسكم المنكرات؟ فما كان جوابهم إلا أن قالوا: ائتنا بعذاب الله إن كنت من الصادقين.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انصُرْنِي عَلَى الْقَوْمِ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لوط: ربّ انصرني على القوم 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جَآءَتْ رُسُلُنَآ إِبْرَٰهِيمَ بِالْبُشْرَىٰ قَالُواْ إِنَّا مُهْلِكُواْ أَهْلِ هَٰذِهِ الْقَرْيَةِ إِنَّ أَهْلَهَا كَانُواْ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جاءت الملائكة إبراهيم بالبشرى بإسحاق، قالوا: إنا مهلكو أهل قرية لوط، إن أهلها كانوا ظالمين.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 فِيهَا لُوطًا قَالُواْ نَحْنُ أَعْلَمُ بِمَن فِيهَا لَنُنَجِّيَنَّهُ وَأَهْلَهُ إِلَّا امْرَأَتَهُ كَانَتْ مِنَ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إبراهيم: إن فيها لوطًا، قالوا: نحن أعلم بمن فيها، لنُنجّينّه وأهله إلا امرأته كانت من الهالكين.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أَن جَآءَتْ رُسُلُنَا لُوطًا سِيءَ بِهِمْ وَضَاقَ بِهِمْ ذَرْعًا وَقَالُواْ لَا تَخَفْ وَلَا تَحْزَنْ إِنَّا مُنَجُّوكَ وَأَهْلَكَ إِلَّا امْرَأَتَكَ كَانَتْ مِنَ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جاءت الملائكة لوطًا في صورة رجال حسان حزن بسببهم وضاق صدره خوفًا عليهم، فقالوا: لا تخف ولا تحزن، إنا منجّوك وأهلك إلا امرأتك كانت من الهالكين.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مُنزِلُونَ عَلَىٰ أَهْلِ هَٰذِهِ الْقَرْيَةِ رِجْزًا مِّنَ السَّمَآءِ بِمَا كَانُواْ يَفْسُقُونَ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منزلون على أهل هذه القرية عذابًا من السماء بسبب فسقهم.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تَّرَكْنَا مِنْهَآ ءَايَةً بَيِّنَةً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تركنا من آثارها عبرة واضحة لقوم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مَدْيَنَ أَخَاهُمْ شُعَيْبًا فَقَالَ يَٰقَوْمِ اعْبُدُواْ اللَّهَ وَارْجُواْ الْيَوْمَ الْأخِرَ وَلَا تَعْثَوْاْ فِي الْأَرْضِ 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مدين أخاهم شعيبًا، فقال: يا قوم اعبدوا الله، وارجوا ثواب اليوم الآخر، ولا تُفسدوا في الأرض.</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فَأَخَذَتْهُمُ الرَّجْفَةُ فَأَصْبَحُواْ فِي دَارِهِمْ جَٰثِمِينَ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فأهلكتهم الزلزلة، فأصبحوا في ديارهم ميّتين.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وَعَادًا وَثَمُودَاْ وَقَد تَّبَيَّنَ لَكُم مِّن مَّسَٰكِنِهِمْ وَزَيَّنَ لَهُمُ الشَّيْطَٰنُ أَعْمَٰلَهُمْ فَصَدَّهُمْ عَنِ السَّبِيلِ وَكَانُواْ مُسْتَبْصِرِينَ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وأهلكنا عادًا وثمود، وقد ظهرت لكم آثار مساكنهم، وزيّن لهم الشيطان أعمالهم فصدّهم عن الحق، وكانوا عقلاء يعرفون الحق.</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وَقَٰرُونَ وَفِرْعَوْنَ وَهَٰمَٰنَ وَلَقَدْ جَآءَهُم مُّوسَىٰ بِالْبَيِّنَٰتِ فَاسْتَكْبَرُواْ فِي الْأَرْضِ وَمَا كَانُواْ سَٰبِقِينَ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وأهلكنا قارون وفرعون وهامان، ولقد جاءهم موسى بالمعجزات فتكبّروا في الأرض، وما كانوا فائتين من عذابنا.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فَكُلًّا أَخَذْنَا بِذَنبِهِ فَمِنْهُم مَّنْ أَرْسَلْنَا عَلَيْهِ حَاصِبًا وَمِنْهُم مَّنْ أَخَذَتْهُ الصَّيْحَةُ وَمِنْهُم مَّنْ خَسَفْنَا بِهِ الْأَرْضَ وَمِنْهُم مَّنْ أَغْرَقْنَا وَمَا كَانَ اللَّهُ لِيَظْلِمَهُمْ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فكلًّا أهلكناه بذنبه: فمنهم من أرسلنا عليه حجارة كقوم لوط، ومنهم من أخذته الصيحة كثمود، ومنهم من خسفنا به الأرض كقارون، ومنهم من أغرقنا كفرعون، وما ظلمهم الله، ولكن ظلموا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الَّذِينَ اتَّخَذُواْ مِن دُونِ اللَّهِ أَوْلِيَآءَ كَمَثَلِ الْعَنكَبُوتِ اتَّخَذَتْ بَيْتًا وَإِنَّ أَوْهَنَ الْبُيُوتِ لَبَيْتُ الْعَنكَبُوتِ لَوْ كَانُواْ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الذين اتخذوا من دون الله أولياء يرجون نفعهم كمثل العنكبوت بنت بيتًا، وإن أضعف البيوت لبيت العنكبوت، لو كانوا يعلمون.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يَعْلَمُ مَا يَدْعُونَ مِن دُونِهِ مِن شَيْءٍ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يعلم ما يعبدون من دونه من شيء، وهو العزيز الحكيم.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الْأَمْثَٰلُ نَضْرِبُهَا لِلنَّاسِ وَمَا يَعْقِلُهَآ إِلَّا الْعَٰلِمُونَ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الأمثال نضربها للناس، وما يفهمها إلا العالمون.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اللَّهُ السَّمَٰوَٰتِ وَالْأَرْضَ بِالْحَقِّ إِنَّ فِي ذَٰلِكَ لَأيَةً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الله السماوات والأرض بالحق، إن في ذلك لدلالة للمؤمنين.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اتْلُ مَآ أُوحِيَ إِلَيْكَ مِنَ الْكِتَٰبِ وَأَقِمِ الصَّلَوٰةَ إِنَّ الصَّلَوٰةَ تَنْهَىٰ عَنِ الْفَحْشَآءِ وَالْمُنكَرِ وَلَذِكْرُ اللَّهِ أَكْبَرُ وَاللَّهُ يَعْلَمُ مَا تَصْنَعُونَ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اقرأ ما أوحي إليك من القرآن، وأقم الصلاة، إن الصلاة تنهى صاحبها عن الفحشاء والمنكر، ولذكر الله أعظم من كل شيء، والله يعلم ما تصنعون.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القصص</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حضرت أبا طالب الوفاة جاءه النبي صلى الله عليه وسلم فقال: «يا عمّ، قل: لا إله إلا الله، كلمة أحاجّ لك بها عند الله»، فأبى، ومات على ملّة عبد المطلب، فأنزل الله: ﴿إنك لا تهدي من أحببت ولكن الله يهدي من يشاء﴾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موسى عليه السلام كاملة من ولادته إلى رسالته: رعاية الله له ولأمه، وخروجه إلى مدين، ونداء الله له، وهلاك فرعون، ثم قصة قارون الذي اغترّ بماله، وأن العاقبة للمتقين.</a:t>
            </a:r>
            <a:endParaRPr lang="ar-SA"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طسم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ءَايَٰتُ الْكِتَٰبِ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آيات القرآن الواضح.</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نَتْلُواْ عَلَيْكَ مِن نَّبَإِ مُوسَىٰ وَفِرْعَوْنَ بِالْحَقِّ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نقرأ عليك من خبر موسى وفرعون بالصدق،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395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فِرْعَوْنَ عَلَا فِي الْأَرْضِ وَجَعَلَ أَهْلَهَا شِيَعًا يَسْتَضْعِفُ طَآئِفَةً مِّنْهُمْ يُذَبِّحُ أَبْنَآءَهُمْ وَيَسْتَحْيِ نِسَآءَهُمْ إِنَّهُ كَانَ مِنَ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فرعون تكبّر في أرض مصر، وجعل أهلها فِرَقًا، يستذلّ طائفة منهم وهم بنو إسرائيل، يذبح أبناءهم، ويترك نساءهم أحياء للخدمة، إنه كان من المفسدين.</a:t>
            </a:r>
            <a:endParaRPr lang="ar-SA" sz="3200" dirty="0"/>
          </a:p>
        </p:txBody>
      </p:sp>
      <p:sp>
        <p:nvSpPr>
          <p:cNvPr id="9" name="Shape 7"/>
          <p:cNvSpPr/>
          <p:nvPr/>
        </p:nvSpPr>
        <p:spPr>
          <a:xfrm>
            <a:off x="2103120" y="3346704"/>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وَنُرِيدُ أَن نَّمُنَّ عَلَى الَّذِينَ اسْتُضْعِفُواْ فِي الْأَرْضِ وَنَجْعَلَهُمْ أَئِمَّةً وَنَجْعَلَهُمُ الْوَٰرِثِينَ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ونريد أن نُنعم على الذين استُضعفوا في الأرض، ونجعلهم قادة في الخير، ونجعلهم الوارثين لملك فرعون.</a:t>
            </a:r>
            <a:endParaRPr lang="ar-SA" sz="3200" dirty="0"/>
          </a:p>
        </p:txBody>
      </p:sp>
      <p:sp>
        <p:nvSpPr>
          <p:cNvPr id="14" name="Shape 12"/>
          <p:cNvSpPr/>
          <p:nvPr/>
        </p:nvSpPr>
        <p:spPr>
          <a:xfrm>
            <a:off x="2103120" y="4572000"/>
            <a:ext cx="8641080" cy="0"/>
          </a:xfrm>
          <a:prstGeom prst="line">
            <a:avLst/>
          </a:prstGeom>
          <a:noFill/>
          <a:ln w="9525">
            <a:solidFill>
              <a:schemeClr val="accent2"/>
            </a:solidFill>
            <a:prstDash val="dash"/>
          </a:ln>
        </p:spPr>
      </p:sp>
      <p:sp>
        <p:nvSpPr>
          <p:cNvPr id="15" name="Shape 13"/>
          <p:cNvSpPr/>
          <p:nvPr/>
        </p:nvSpPr>
        <p:spPr>
          <a:xfrm>
            <a:off x="10927080" y="4732020"/>
            <a:ext cx="548640" cy="548640"/>
          </a:xfrm>
          <a:prstGeom prst="star8">
            <a:avLst/>
          </a:prstGeom>
          <a:solidFill>
            <a:schemeClr val="accent2"/>
          </a:solidFill>
          <a:ln/>
        </p:spPr>
      </p:sp>
      <p:sp>
        <p:nvSpPr>
          <p:cNvPr id="16" name="Shape 14"/>
          <p:cNvSpPr/>
          <p:nvPr/>
        </p:nvSpPr>
        <p:spPr>
          <a:xfrm>
            <a:off x="11036808" y="484174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320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7137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وَنُمَكِّنَ لَهُمْ فِي الْأَرْضِ وَنُرِيَ فِرْعَوْنَ وَهَٰمَٰنَ وَجُنُودَهُمَا مِنْهُم مَّا كَانُواْ يَحْذَرُونَ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ونمكّن لهم في الأرض، ونُري فرعون ووزيره هامان وجنودهما ما كانوا يخافونه من زوال ملكهم على يد غلام من بني إسرائيل.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وَأَوْحَيْنَآ إِلَىٰ أُمِّ مُوسَىٰ أَنْ أَرْضِعِيهِ فَإِذَا خِفْتِ عَلَيْهِ فَأَلْقِيهِ فِي الْيَمِّ وَلَا تَخَافِي وَلَا تَحْزَنِي إِنَّا رَآدُّوهُ إِلَيْكِ وَجَاعِلُوهُ 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وألهمنا أم موسى: أرضعيه، فإذا خفت عليه فضعيه في صندوق وألقيه في النيل، ولا تخافي ولا تحزني، إنا رادّوه إليك وجاعلوه من المرسلين.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فَالْتَقَطَهُ ءَالُ فِرْعَوْنَ لِيَكُونَ لَهُمْ عَدُوًّا وَحَزَنًا إِنَّ فِرْعَوْنَ وَهَٰمَٰنَ وَجُنُودَهُمَا كَانُواْ خَٰطِـِٔينَ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فأخذه آل فرعون من الماء، ليكون عاقبة أمره لهم عدوًّا وسبب حزن، إن فرعون وهامان وجنودهما كانوا مخطئين.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امْرَأَتُ فِرْعَوْنَ قُرَّتُ عَيْنٍ لِّي وَلَكَ لَا تَقْتُلُوهُ عَسَىٰ أَن يَنفَعَنَآ أَوْ نَتَّخِذَهُ وَلَدًا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وقالت امرأة فرعون: هو قرّة عين لي ولك، لا تقتلوه، عسى أن ينفعنا أو نتخذه ولدًا، وهم لا يشعرون بما سيكون.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وَأَصْبَحَ فُؤَادُ أُمِّ مُوسَىٰ فَٰرِغًا إِن كَادَتْ لَتُبْدِي بِهِ لَوْلَآ أَن رَّبَطْنَا عَلَىٰ قَلْبِهَا لِتَكُونَ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وأصبح قلب أم موسى خاليًا من كل شيء إلا من التفكير في موسى، إن كادت لتُظهر أنه ابنها لولا أن ثبّتنا قلبها لتكون من المؤمنين بوعد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لِأُخْتِهِ قُصِّيهِ فَبَصُرَتْ بِهِ عَن جُنُبٍ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وقالت لأخته: تتبّعي أثره، فرأته من بعيد وهم لا يشعرون أنها أخته.</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وَحَرَّمْنَا عَلَيْهِ الْمَرَاضِعَ مِن قَبْلُ فَقَالَتْ هَلْ أَدُلُّكُمْ عَلَىٰ أَهْلِ بَيْتٍ يَكْفُلُونَهُ لَكُمْ وَهُمْ لَهُ نَٰصِحُونَ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ومنعناه من قبول المرضعات، فقالت أخته: هل أدلّكم على أهل بيت يكفلونه لكم وهم له ناصحون؟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فَرَدَدْنَٰهُ إِلَىٰ أُمِّهِ كَيْ تَقَرَّ عَيْنُهَا وَلَا تَحْزَنَ وَلِتَعْلَمَ أَنَّ وَعْدَ اللَّهِ حَقٌّ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فرددناه إلى أمه كي تطمئنّ ولا تحزن، ولتعلم أن وعد الله حق، ولكن أكثر الناس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55905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بَلَغَ أَشُدَّهُ وَاسْتَوَىٰ ءَاتَيْنَٰهُ حُكْمًا وَعِلْمًا وَكَذَٰلِكَ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بلغ موسى قوّته واكتمل عقله آتيناه فهمًا وعلمًا، وكذلك نجزي المحسنين.</a:t>
            </a:r>
            <a:endParaRPr lang="ar-SA" sz="3200" dirty="0"/>
          </a:p>
        </p:txBody>
      </p:sp>
      <p:sp>
        <p:nvSpPr>
          <p:cNvPr id="9" name="Shape 7"/>
          <p:cNvSpPr/>
          <p:nvPr/>
        </p:nvSpPr>
        <p:spPr>
          <a:xfrm>
            <a:off x="2103120" y="2743200"/>
            <a:ext cx="8641080" cy="0"/>
          </a:xfrm>
          <a:prstGeom prst="line">
            <a:avLst/>
          </a:prstGeom>
          <a:noFill/>
          <a:ln w="9525">
            <a:solidFill>
              <a:schemeClr val="accent2"/>
            </a:solidFill>
            <a:prstDash val="dash"/>
          </a:ln>
        </p:spPr>
      </p:sp>
      <p:sp>
        <p:nvSpPr>
          <p:cNvPr id="10" name="Shape 8"/>
          <p:cNvSpPr/>
          <p:nvPr/>
        </p:nvSpPr>
        <p:spPr>
          <a:xfrm>
            <a:off x="10927080" y="3003804"/>
            <a:ext cx="548640" cy="548640"/>
          </a:xfrm>
          <a:prstGeom prst="star8">
            <a:avLst/>
          </a:prstGeom>
          <a:solidFill>
            <a:schemeClr val="accent2"/>
          </a:solidFill>
          <a:ln/>
        </p:spPr>
      </p:sp>
      <p:sp>
        <p:nvSpPr>
          <p:cNvPr id="11" name="Shape 9"/>
          <p:cNvSpPr/>
          <p:nvPr/>
        </p:nvSpPr>
        <p:spPr>
          <a:xfrm>
            <a:off x="11036808" y="31135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038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298551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وَدَخَلَ الْمَدِينَةَ عَلَىٰ حِينِ غَفْلَةٍ مِّنْ أَهْلِهَا فَوَجَدَ فِيهَا رَجُلَيْنِ يَقْتَتِلَانِ هَٰذَا مِن شِيعَتِهِ وَهَٰذَا مِنْ عَدُوِّهِ فَاسْتَغَٰثَهُ الَّذِي مِن شِيعَتِهِ عَلَى الَّذِي مِنْ عَدُوِّهِ فَوَكَزَهُ مُوسَىٰ فَقَضَىٰ عَلَيْهِ قَالَ هَٰذَا مِنْ عَمَلِ الشَّيْطَٰنِ إِنَّهُ عَدُوٌّ مُّضِلٌّ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ودخل موسى المدينة في وقت غفلة من أهلها، فوجد فيها رجلين يقتتلان: أحدهما من قومه، والآخر من قوم فرعون، فاستغاثه الذي من قومه، فضربه موسى بيده فمات، قال: هذا من عمل الشيطان، إنه عدو مُضلّ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ظَلَمْتُ نَفْسِي فَاغْفِرْ لِي فَغَفَرَ لَهُ إِنَّهُ 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إني ظلمت نفسي فاغفر لي، فغفر له، إنه هو الغفور الرحيم.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بِمَآ أَنْعَمْتَ عَلَيَّ فَلَنْ أَكُونَ ظَهِيرًا لِّلْمُجْرِمِينَ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بما أنعمت عليّ فلن أكون معينًا للمجرمين.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فَأَصْبَحَ فِي الْمَدِينَةِ خَآئِفًا يَتَرَقَّبُ فَإِذَا الَّذِي اسْتَنصَرَهُ بِالْأَمْسِ يَسْتَصْرِخُهُ قَالَ لَهُ مُوسَىٰ إِنَّكَ لَغَوِيٌّ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فأصبح في المدينة خائفًا يترقّب، فإذا الذي استنصره بالأمس يستغيث به مرة أخرى، قال له موسى: إنك لغويّ واضح الغواية.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أَنْ أَرَادَ أَن يَبْطِشَ بِالَّذِي هُوَ عَدُوٌّ لَّهُمَا قَالَ يَٰمُوسَىٰ أَتُرِيدُ أَن تَقْتُلَنِي كَمَا قَتَلْتَ نَفْسًا بِالْأَمْسِ إِن تُرِيدُ إِلَّآ أَن تَكُونَ جَبَّارًا فِي الْأَرْضِ وَمَا تُرِيدُ أَن تَكُونَ مِنَ الْمُصْلِحِينَ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أراد أن يبطش بالقبطي عدوّهما، قال: يا موسى أتريد أن تقتلني كما قتلت نفسًا بالأمس؟ ما تريد إلا أن تكون متسلّطًا في الأرض، وما تريد أن تكون من المصلحين.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رَجُلٌ مِّنْ أَقْصَا الْمَدِينَةِ يَسْعَىٰ قَالَ يَٰمُوسَىٰ إِنَّ الْمَلَأَ يَأْتَمِرُونَ بِكَ لِيَقْتُلُوكَ فَاخْرُجْ إِنِّي لَكَ مِنَ النَّـٰصِحِينَ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رجل من أبعد المدينة يُسرع، قال: يا موسى، إن كبار قوم فرعون يتشاورون في قتلك، فاخرج إني لك من الناصحين.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فَخَرَجَ مِنْهَا خَآئِفًا يَتَرَقَّبُ قَالَ رَبِّ نَجِّنِي مِنَ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فخرج موسى منها خائفًا يترقّب، قال: ربّ نجّني من القوم الظالمين.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تَوَجَّهَ تِلْقَآءَ مَدْيَنَ قَالَ عَسَىٰ رَبِّي أَن يَهْدِيَنِي سَوَآءَ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اتّجه نحو مدين قال: عسى ربي أن يرشدني إلى الطريق المستقيم.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وَرَدَ مَآءَ مَدْيَنَ وَجَدَ عَلَيْهِ أُمَّةً مِّنَ النَّاسِ يَسْقُونَ وَوَجَدَ مِن دُونِهِمُ امْرَأَتَيْنِ تَذُودَانِ قَالَ مَا خَطْبُكُمَا قَالَتَا لَا نَسْقِي حَتَّىٰ يُصْدِرَ الرِّعَآءُ وَأَبُونَا شَيْخٌ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وصل إلى بئر مدين وجد عليها جماعة من الناس يسقون مواشيهم، ووجد امرأتين تمنعان غنمهما عن الماء، قال: ما شأنكما؟ قالتا: لا نسقي حتى ينصرف الرعاة، وأبونا شيخ كبير.</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فَسَقَىٰ لَهُمَا ثُمَّ تَوَلَّىٰ إِلَى الظِّلِّ فَقَالَ رَبِّ إِنِّي لِمَآ أَنزَلْتَ إِلَيَّ مِنْ خَيْرٍ فَقِيرٌ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فسقى لهما، ثم انصرف إلى الظل، فقال: ربّ إني لما أنزلت إليّ من أي خير محتاج.</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فَجَآءَتْهُ إِحْدَىٰهُمَا تَمْشِي عَلَى اسْتِحْيَآءٍ قَالَتْ إِنَّ أَبِي يَدْعُوكَ لِيَجْزِيَكَ أَجْرَ مَا سَقَيْتَ لَنَا فَلَمَّا جَآءَهُ وَقَصَّ عَلَيْهِ الْقَصَصَ قَالَ لَا تَخَفْ نَجَوْتَ مِنَ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فجاءته إحداهما تمشي في حياء، قالت: إن أبي يدعوك ليُعطيك أجر ما سقيت لنا، فلما جاءه وأخبره خبره، قال: لا تخف، نجوت من القوم الظالمين.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إِحْدَىٰهُمَا يَـٰأَبَتِ اسْتَـْٔجِرْهُ إِنَّ خَيْرَ مَنِ اسْتَـْٔجَرْتَ الْقَوِيُّ الْأَمِينُ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إحداهما: يا أبتِ استأجره، إن خير من تستأجره القويّ الأمين.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إِنِّي أُرِيدُ أَنْ أُنكِحَكَ إِحْدَى ابْنَتَيَّ هَٰتَيْنِ عَلَىٰ أَن تَأْجُرَنِي ثَمَٰنِيَ حِجَجٍ فَإِنْ أَتْمَمْتَ عَشْرًا فَمِنْ عِندِكَ وَمَآ أُرِيدُ أَنْ أَشُقَّ عَلَيْكَ سَتَجِدُنِي إِن شَآءَ اللَّهُ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الشيخ: إني أريد أن أزوّجك إحدى ابنتيّ هاتين على أن تعمل لي ثماني سنين، فإن أتممت عشرًا فمن عندك تفضّلًا، وما أريد أن أشقّ عليك، ستجدني إن شاء الله من الصالحين.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ذَٰلِكَ بَيْنِي وَبَيْنَكَ أَيَّمَا الْأَجَلَيْنِ قَضَيْتُ فَلَا عُدْوَٰنَ عَلَيَّ وَاللَّهُ عَلَىٰ مَا نَقُولُ 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ذلك اتفاق بيني وبينك، أيّ المدتين أتممت فلا مطالبة عليّ بالزيادة، والله على ما نقول شهيد.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قَضَىٰ مُوسَى الْأَجَلَ وَسَارَ بِأَهْلِهِ ءَانَسَ مِن جَانِبِ الطُّورِ نَارًا قَالَ لِأَهْلِهِ امْكُثُواْ إِنِّي ءَانَسْتُ نَارًا لَّعَلِّي ءَاتِيكُم مِّنْهَا بِخَبَرٍ أَوْ جَذْوَةٍ مِّنَ النَّارِ لَعَلَّكُمْ تَصْطَلُونَ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أتمّ موسى المدة وسار بأهله رأى من جهة جبل الطور نارًا، قال لأهله: انتظروا، إني رأيت نارًا، لعلي آتيكم منها بخبر عن الطريق، أو بجمرة لعلكم تستدفئون.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أَتَىٰهَا نُودِيَ مِن شَٰطِيِٕ الْوَادِ الْأَيْمَنِ فِي الْبُقْعَةِ الْمُبَٰرَكَةِ مِنَ الشَّجَرَةِ أَن يَٰمُوسَىٰ إِنِّي أَنَا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أتاها نُودي من جانب الوادي الأيمن في البقعة المباركة من الشجرة: يا موسى، إني أنا الله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أَلْقِ عَصَاكَ فَلَمَّا رَءَاهَا تَهْتَزُّ كَأَنَّهَا جَآنٌّ وَلَّىٰ مُدْبِرًا وَلَمْ يُعَقِّبْ يَٰمُوسَىٰ أَقْبِلْ وَلَا تَخَفْ إِنَّكَ مِنَ الْأمِنِينَ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ألقِ عصاك، فلما رآها تتحرّك كأنها حيّة سريعة ولّى هاربًا ولم يرجع، فقيل: يا موسى أقبل ولا تخف، إنك من الآمنين.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اسْلُكْ يَدَكَ فِي جَيْبِكَ تَخْرُجْ بَيْضَآءَ مِنْ غَيْرِ سُوءٍ وَاضْمُمْ إِلَيْكَ جَنَاحَكَ مِنَ الرَّهْبِ فَذَٰنِكَ بُرْهَٰنَانِ مِن رَّبِّكَ إِلَىٰ فِرْعَوْنَ وَمَلَإِيْهِ إِنَّهُمْ كَانُواْ قَوْمًا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أدخل يدك في فتحة ثوبك تخرج بيضاء من غير مرض، واضمم إليك يدك ليذهب عنك الخوف، فهاتان معجزتان من ربك إلى فرعون وقومه، إنهم كانوا قومًا خارجين عن الطاعة.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قَتَلْتُ مِنْهُمْ نَفْسًا فَأَخَافُ أَن يَقْتُلُونِ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إني قتلت منهم نفسًا فأخاف أن يقتلوني.</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وَأَخِي هَٰرُونُ هُوَ أَفْصَحُ مِنِّي لِسَانًا فَأَرْسِلْهُ مَعِيَ رِدْءًا يُصَدِّقُنِي إِنِّي أَخَافُ أَن يُكَذِّبُونِ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وأخي هارون هو أفصح مني لسانًا، فأرسله معي معينًا يصدّقني، إني أخاف أن يكذّبوني.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سَنَشُدُّ عَضُدَكَ بِأَخِيكَ وَنَجْعَلُ لَكُمَا سُلْطَٰنًا فَلَا يَصِلُونَ إِلَيْكُمَا بِـَٔايَٰتِنَآ أَنتُمَا وَمَنِ اتَّبَعَكُمَا الْغَٰلِبُونَ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سنقوّيك بأخيك، ونجعل لكما حجة وغلبة فلا يصلون إليكما بسوء، بآياتنا أنتما ومن اتّبعكما الغالبون.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جَآءَهُم مُّوسَىٰ بِـَٔايَٰتِنَا بَيِّنَٰتٍ قَالُواْ مَا هَٰذَآ إِلَّا سِحْرٌ مُّفْتَرًى وَمَا سَمِعْنَا بِهَٰذَا فِي ءَابَآئِنَا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موسى بمعجزاتنا الواضحة قالوا: ما هذا إلا سحر مختلَق، وما سمعنا بهذا في آبائنا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رَبِّي أَعْلَمُ بِمَن جَآءَ بِالْهُدَىٰ مِنْ عِندِهِ وَمَن تَكُونُ لَهُ عَٰقِبَةُ الدَّارِ إِنَّهُ لَا يُفْلِحُ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ربي أعلم بمن جاء بالهدى من عنده، ومن تكون له العاقبة الحسنة، إنه لا يفلح الظالمون.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فِرْعَوْنُ يَـٰأَيُّهَا الْمَلَأُ مَا عَلِمْتُ لَكُم مِّنْ إِلَٰهٍ غَيْرِي فَأَوْقِدْ لِي يَٰهَٰمَٰنُ عَلَى الطِّينِ فَاجْعَل لِّي صَرْحًا لَّعَلِّي أَطَّلِعُ إِلَىٰ إِلَٰهِ مُوسَىٰ وَإِنِّي لَأَظُنُّهُ 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فرعون: يا أيها الكبراء، ما علمت لكم من إله غيري، فأوقد لي يا هامان على الطين ليصير آجُرًّا، فابنِ لي بناءً عاليًا لعلي أطّلع إلى إله موسى، وإني لأظنه من الكاذبين.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وَاسْتَكْبَرَ هُوَ وَجُنُودُهُ فِي الْأَرْضِ بِغَيْرِ الْحَقِّ وَظَنُّواْ أَنَّهُمْ إِلَيْنَا لَا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وتكبّر فرعون وجنوده في الأرض بغير حق، وظنّوا أنهم لا يرجعون إلينا.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فَأَخَذْنَٰهُ وَجُنُودَهُ فَنَبَذْنَٰهُمْ فِي الْيَمِّ فَانظُرْ كَيْفَ كَانَ عَٰقِبَةُ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فأخذناه وجنوده فألقيناهم في البحر، فانظر كيف كانت عاقبة الظالمين.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وَجَعَلْنَٰهُمْ أَئِمَّةً يَدْعُونَ إِلَى النَّارِ وَيَوْمَ الْقِيَٰمَةِ لَا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وجعلناهم قادة يدعون إلى النار، ويوم القيامة لا يُنصرون.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وَأَتْبَعْنَٰهُمْ فِي هَٰذِهِ الدُّنْيَا لَعْنَةً وَيَوْمَ الْقِيَٰمَةِ هُم مِّنَ الْمَقْبُوحِينَ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وأتبعناهم في هذه الدنيا لعنة، ويوم القيامة هم من المُبعَدين المقبوحين.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مِن بَعْدِ مَآ أَهْلَكْنَا الْقُرُونَ الْأُولَىٰ بَصَآئِرَ لِلنَّاسِ وَهُدًى وَرَحْمَةً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من بعد ما أهلكنا الأمم السابقة، بصائر للناس وهدى ورحمة لعلهم يتذكرون.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كُنتَ بِجَانِبِ الْغَرْبِيِّ إِذْ قَضَيْنَآ إِلَىٰ مُوسَى الْأَمْرَ وَمَا كُنتَ مِنَ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كنت يا محمد حاضرًا بجانب الجبل الغربي حين كلّفنا موسى بالرسالة، وما كنت من الشاهدين، فهذا وحي من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وَلَٰكِنَّآ أَنشَأْنَا قُرُونًا فَتَطَاوَلَ عَلَيْهِمُ الْعُمُرُ وَمَا كُنتَ ثَاوِيًا فِي أَهْلِ مَدْيَنَ تَتْلُواْ عَلَيْهِمْ ءَايَٰتِنَا وَلَٰكِنَّا كُنَّا 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ولكنا خلقنا أممًا فطال عليهم الزمان فنسوا، وما كنت مقيمًا في أهل مدين تقرأ عليهم آياتنا، ولكنا كنا مرسلين لك بهذه الأخبار.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كُنتَ بِجَانِبِ الطُّورِ إِذْ نَادَيْنَا وَلَٰكِن رَّحْمَةً مِّن رَّبِّكَ لِتُنذِرَ قَوْمًا مَّآ أَتَىٰهُم مِّن نَّذِيرٍ مِّن قَبْلِكَ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كنت بجانب الطور حين نادينا موسى، ولكن أرسلناك رحمة من ربك، لتنذر قومًا ما أتاهم نذير قبلك لعلهم يتذكرون.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أَن تُصِيبَهُم مُّصِيبَةٌ بِمَا قَدَّمَتْ أَيْدِيهِمْ فَيَقُولُواْ رَبَّنَا لَوْلَآ أَرْسَلْتَ إِلَيْنَا رَسُولًا فَنَتَّبِعَ ءَايَٰتِكَ وَنَكُونَ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أن تصيبهم عقوبة بسبب ذنوبهم فيقولوا: ربنا هلّا أرسلت إلينا رسولًا فنتّبع آياتك ونكون من المؤمنين، لما أرسلناك؛ فأرسلناك قطعًا لعذرهم.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جَآءَهُمُ الْحَقُّ مِنْ عِندِنَا قَالُواْ لَوْلَآ أُوتِيَ مِثْلَ مَآ أُوتِيَ مُوسَىٰ أَوَلَمْ يَكْفُرُواْ بِمَآ أُوتِيَ مُوسَىٰ مِن قَبْلُ قَالُواْ سِحْرَانِ تَظَٰهَرَا وَقَالُواْ إِنَّا بِكُلٍّ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الحق قالوا: هلّا أُعطي مثل ما أُعطي موسى من المعجزات! أولم يكفروا بما أُعطي موسى من قبل؟ قالوا: التوراة والقرآن سحران تعاونا، وقالوا: إنا بكلٍّ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فَأْتُواْ بِكِتَٰبٍ مِّنْ عِندِ اللَّهِ هُوَ أَهْدَىٰ مِنْهُمَآ أَتَّبِعْهُ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فأتوا بكتاب من عند الله هو أهدى منهما أتّبعه إن كنتم صادقين.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لَّمْ يَسْتَجِيبُواْ لَكَ فَاعْلَمْ أَنَّمَا يَتَّبِعُونَ أَهْوَآءَهُمْ وَمَنْ أَضَلُّ مِمَّنِ اتَّبَعَ هَوَىٰهُ بِغَيْرِ هُدًى مِّنَ اللَّهِ إِنَّ 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لم يستجيبوا لك فاعلم أنما يتّبعون أهواءهم، ولا أحد أضلّ ممن اتّبع هواه بغير هدى من الله، إن الله لا يهدي القوم الظالمين.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وَصَّلْنَا لَهُمُ الْقَوْلَ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تابعنا لهم القرآن متّصلًا بعضه ببعض لعلهم يتذكرون.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ءَاتَيْنَٰهُمُ الْكِتَٰبَ مِن قَبْلِهِ هُم بِهِ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آتيناهم الكتاب من قبل القرآن من المنصفين هم به يؤمنون.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يُتْلَىٰ عَلَيْهِمْ قَالُواْ ءَامَنَّا بِهِ إِنَّهُ الْحَقُّ مِن رَّبِّنَآ إِنَّا كُنَّا مِن قَبْلِهِ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يُقرأ عليهم قالوا: آمنّا به، إنه الحق من ربنا، إنا كنا من قبله مسلمين.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يُؤْتَوْنَ أَجْرَهُم مَّرَّتَيْنِ بِمَا صَبَرُواْ وَيَدْرَءُونَ بِالْحَسَنَةِ السَّيِّئَةَ وَمِمَّا رَزَقْنَٰهُمْ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يُعطون أجرهم مرتين بصبرهم، ويدفعون السيئة بالحسنة، ومما رزقناهم ينفقون.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سَمِعُواْ اللَّغْوَ أَعْرَضُواْ عَنْهُ وَقَالُواْ لَنَآ أَعْمَٰلُنَا وَلَكُمْ أَعْمَٰلُكُمْ سَلَٰمٌ عَلَيْكُمْ لَا نَبْتَغِي الْجَٰهِلِينَ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سمعوا الكلام الباطل أعرضوا عنه، وقالوا: لنا أعمالنا ولكم أعمالكم، سلام عليكم، لا نريد مصاحبة الجاهلين.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لَا تَهْدِي مَنْ أَحْبَبْتَ وَلَٰكِنَّ اللَّهَ يَهْدِي مَن يَشَآءُ وَهُوَ أَعْلَمُ بِالْمُهْتَدِينَ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يا محمد لا تهدي هداية التوفيق من أحببت، ولكن الله يهدي من يشاء، وهو أعلم بمن يستحق الهداية.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إِن نَّتَّبِعِ الْهُدَىٰ مَعَكَ نُتَخَطَّفْ مِنْ أَرْضِنَآ أَوَلَمْ نُمَكِّن لَّهُمْ حَرَمًا ءَامِنًا يُجْبَىٰ إِلَيْهِ ثَمَرَٰتُ كُلِّ شَيْءٍ رِّزْقًا مِّن لَّدُنَّا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المشركون: إن نتّبع الهدى معك تتخطّفنا العرب من أرضنا، أولم نجعل لهم حرمًا آمنًا تُجلب إليه ثمرات كل شيء رزقًا من عندنا؟ ولكن أكثرهم لا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أَهْلَكْنَا مِن قَرْيَةٍ بَطِرَتْ مَعِيشَتَهَا فَتِلْكَ مَسَٰكِنُهُمْ لَمْ تُسْكَن مِّن بَعْدِهِمْ إِلَّا قَلِيلًا وَكُنَّا نَحْنُ الْوَٰرِثِينَ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أهلكنا من قرية طغت بنعمتها، فتلك مساكنهم لم تُسكن من بعدهم إلا قليلًا، وكنا نحن الوارثين.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رَبُّكَ مُهْلِكَ الْقُرَىٰ حَتَّىٰ يَبْعَثَ فِي أُمِّهَا رَسُولًا يَتْلُواْ عَلَيْهِمْ ءَايَٰتِنَا وَمَا كُنَّا مُهْلِكِي الْقُرَىٰ إِلَّا وَأَهْلُهَا 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ربك مُهلك القرى حتى يبعث في أكبرها رسولًا يقرأ عليهم آياتنا، وما كنا مُهلكي القرى إلا وأهلها ظالمون.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أُوتِيتُم مِّن شَيْءٍ فَمَتَٰعُ الْحَيَوٰةِ الدُّنْيَا وَزِينَتُهَا وَمَا عِندَ اللَّهِ خَيْرٌ وَأَبْقَىٰ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أُعطيتم من شيء فهو متاع الحياة الدنيا وزينتها، وما عند الله من الثواب خير وأدوم،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وَعَدْنَٰهُ وَعْدًا حَسَنًا فَهُوَ لَٰقِيهِ كَمَن مَّتَّعْنَٰهُ مَتَٰعَ الْحَيَوٰةِ الدُّنْيَا ثُمَّ هُوَ يَوْمَ الْقِيَٰمَةِ مِنَ الْمُحْضَرِينَ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وعدناه الجنة فهو لاقيها، كمن متّعناه بمتاع الدنيا ثم هو يوم القيامة من المُحضَرين في العذاب؟</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يُنَادِيهِمْ فَيَقُولُ أَيْنَ شُرَكَآءِيَ الَّذِينَ كُنتُمْ تَزْعُمُونَ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ينادي الله المشركين فيقول: أين شركائي الذين كنتم تزعمون؟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الَّذِينَ حَقَّ عَلَيْهِمُ الْقَوْلُ رَبَّنَا هَـٰؤُلَآءِ الَّذِينَ أَغْوَيْنَآ أَغْوَيْنَٰهُمْ كَمَا غَوَيْنَا تَبَرَّأْنَآ إِلَيْكَ مَا كَانُواْ إِيَّانَا يَعْبُدُونَ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رؤساء الكفر الذين وجب عليهم العذاب: ربنا هؤلاء الذين أضللناهم، أضللناهم كما ضللنا، تبرّأنا إليك منهم، ما كانوا إيانا يعبدون بل أهواءهم.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ادْعُواْ شُرَكَآءَكُمْ فَدَعَوْهُمْ فَلَمْ يَسْتَجِيبُواْ لَهُمْ وَرَأَوُاْ الْعَذَابَ لَوْ أَنَّهُمْ كَانُواْ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ادعوا آلهتكم، فدعوهم فلم يجيبوهم، ورأوا العذاب، وتمنّوا لو أنهم كانوا 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يُنَادِيهِمْ فَيَقُولُ مَاذَآ أَجَبْتُمُ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يناديهم فيقول: بماذا أجبتم المرسلين؟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فَعَمِيَتْ عَلَيْهِمُ الْأَنبَآءُ يَوْمَئِذٍ فَهُمْ لَا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فخفيت عليهم الحجج يومئذ، فهم لا يسأل بعضهم بعضًا من الحيرة.</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تَابَ وَءَامَنَ وَعَمِلَ صَٰلِحًا فَعَسَىٰ أَن يَكُونَ مِنَ الْمُفْلِحِينَ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تاب وآمن وعمل صالحًا، فعسى أن يكون من الفائزين.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يَخْلُقُ مَا يَشَآءُ وَيَخْتَارُ مَا كَانَ لَهُمُ الْخِيَرَةُ سُبْحَٰنَ اللَّهِ وَتَعَٰلَىٰ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وربك يخلق ما يشاء ويختار ما يشاء، ما كان لهم الاختيار على الله، تنزّه الله وتعالى عما يشركون.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يَعْلَمُ مَا تُكِنُّ صُدُورُهُمْ وَمَا يُعْلِنُونَ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وربك يعلم ما تُخفي صدورهم وما يُظهرون.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اللَّهُ لَآ إِلَٰهَ إِلَّا هُوَ لَهُ الْحَمْدُ فِي الْأُولَىٰ وَالْأخِرَةِ وَلَهُ الْحُكْمُ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الله لا معبود بحق إلا هو، له الحمد في الدنيا والآخرة، وله الحكم،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جَعَلَ اللَّهُ عَلَيْكُمُ الَّيْلَ سَرْمَدًا إِلَىٰ يَوْمِ الْقِيَٰمَةِ مَنْ إِلَٰهٌ غَيْرُ اللَّهِ يَأْتِيكُم بِضِيَآءٍ أَفَلَا تَسْمَعُونَ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جعل الله عليكم الليل دائمًا إلى يوم القيامة، من إله غير الله يأتيكم بضياء؟ أفلا تسمعون؟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جَعَلَ اللَّهُ عَلَيْكُمُ النَّهَارَ سَرْمَدًا إِلَىٰ يَوْمِ الْقِيَٰمَةِ مَنْ إِلَٰهٌ غَيْرُ اللَّهِ يَأْتِيكُم بِلَيْلٍ تَسْكُنُونَ فِيهِ أَفَلَا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جعل الله عليكم النهار دائمًا إلى يوم القيامة، من إله غير الله يأتيكم بليل تستريحون فيه؟ أفلا تُبصرون؟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رَّحْمَتِهِ جَعَلَ لَكُمُ الَّيْلَ وَالنَّهَارَ لِتَسْكُنُواْ فِيهِ وَلِتَبْتَغُواْ مِن فَضْلِهِ وَلَعَلَّكُمْ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رحمته جعل لكم الليل والنهار، لتستريحوا في الليل، ولتطلبوا الرزق في النهار، ولعلكم تشكرون.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يُنَادِيهِمْ فَيَقُولُ أَيْنَ شُرَكَآءِيَ الَّذِينَ كُنتُمْ تَزْعُمُونَ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يناديهم فيقول: أين شركائي الذين كنتم تزعمون؟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وَنَزَعْنَا مِن كُلِّ أُمَّةٍ شَهِيدًا فَقُلْنَا هَاتُواْ بُرْهَٰنَكُمْ فَعَلِمُواْ أَنَّ الْحَقَّ لِلَّهِ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وأخرجنا من كل أمة شاهدًا عليها وهو نبيّها، فقلنا للمشركين: هاتوا حجّتكم، فعلموا أن الحق لله، وغاب عنهم ما كانوا يختلقون.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قَٰرُونَ كَانَ مِن قَوْمِ مُوسَىٰ فَبَغَىٰ عَلَيْهِمْ وَءَاتَيْنَٰهُ مِنَ الْكُنُوزِ مَآ إِنَّ مَفَاتِحَهُ لَتَنُوأُ بِالْعُصْبَةِ أُوْلِي الْقُوَّةِ إِذْ قَالَ لَهُ قَوْمُهُ لَا تَفْرَحْ إِنَّ اللَّهَ لَا يُحِبُّ الْفَرِحِينَ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قارون كان من قوم موسى فتكبّر عليهم، وأعطيناه من الكنوز ما إن مفاتيح خزائنه ليُثقل حملها الجماعة الأقوياء، إذ قال له قومه: لا تفرح فرح البطر، إن الله لا يحب الفرحين المتكبّرين.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وَابْتَغِ فِيمَآ ءَاتَىٰكَ اللَّهُ الدَّارَ الْأخِرَةَ وَلَا تَنسَ نَصِيبَكَ مِنَ الدُّنْيَا وَأَحْسِن كَمَآ أَحْسَنَ اللَّهُ إِلَيْكَ وَلَا تَبْغِ الْفَسَادَ فِي الْأَرْضِ إِنَّ اللَّهَ لَا يُحِبُّ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واطلب فيما أعطاك الله من المال ثواب الدار الآخرة، ولا تنسَ نصيبك الحلال من الدنيا، وأحسن إلى الناس كما أحسن الله إليك، ولا تطلب الفساد في الأرض، إن الله لا يحب المفسدين.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إِنَّمَآ أُوتِيتُهُ عَلَىٰ عِلْمٍ عِندِي أَوَلَمْ يَعْلَمْ أَنَّ اللَّهَ قَدْ أَهْلَكَ مِن قَبْلِهِ مِنَ الْقُرُونِ مَنْ هُوَ أَشَدُّ مِنْهُ قُوَّةً وَأَكْثَرُ جَمْعًا وَلَا يُسْـَٔلُ عَن ذُنُوبِهِمُ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قارون: إنما أُعطيت هذا المال بعلمي ومهارتي، أولم يعلم أن الله قد أهلك قبله من الأمم من هو أشد منه قوة وأكثر مالًا؟ ولا يُسأل المجرمون عن ذنوبهم سؤال استعلام لأن الله يعلمها.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فَخَرَجَ عَلَىٰ قَوْمِهِ فِي زِينَتِهِ قَالَ الَّذِينَ يُرِيدُونَ الْحَيَوٰةَ الدُّنْيَا يَٰلَيْتَ لَنَا مِثْلَ مَآ أُوتِيَ قَٰرُونُ إِنَّهُ لَذُو حَظٍّ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فخرج قارون على قومه في زينته، فقال الذين يريدون الحياة الدنيا: يا ليت لنا مثل ما أُعطي قارون، إنه لذو نصيب عظيم.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أُوتُواْ الْعِلْمَ وَيْلَكُمْ ثَوَابُ اللَّهِ خَيْرٌ لِّمَنْ ءَامَنَ وَعَمِلَ صَٰلِحًا وَلَا يُلَقَّىٰهَآ إِلَّا الصَّـٰبِرُونَ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أهل العلم: ويلكم! ثواب الله خير لمن آمن وعمل صالحًا، ولا يُوفَّق لهذه الحكمة إلا الصابرون.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فَخَسَفْنَا بِهِ وَبِدَارِهِ الْأَرْضَ فَمَا كَانَ لَهُ مِن فِئَةٍ يَنصُرُونَهُ مِن دُونِ اللَّهِ وَمَا كَانَ مِنَ الْمُنتَصِرِينَ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فخسفنا به وبداره الأرض، فما كان له من جماعة ينصرونه من دون الله، وما كان من المنتصرين لأنفسهم.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وَأَصْبَحَ الَّذِينَ تَمَنَّوْاْ مَكَانَهُ بِالْأَمْسِ يَقُولُونَ وَيْكَأَنَّ اللَّهَ يَبْسُطُ الرِّزْقَ لِمَن يَشَآءُ مِنْ عِبَادِهِ وَيَقْدِرُ لَوْلَآ أَن مَّنَّ اللَّهُ عَلَيْنَا لَخَسَفَ بِنَا وَيْكَأَنَّهُ لَا يُفْلِحُ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وأصبح الذين تمنّوا مكانه بالأمس يقولون: عجبًا! إن الله يوسّع الرزق لمن يشاء ويضيّقه، لولا أن منّ الله علينا لخسف بنا، عجبًا! إنه لا يفلح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الدَّارُ الْأخِرَةُ نَجْعَلُهَا لِلَّذِينَ لَا يُرِيدُونَ عُلُوًّا فِي الْأَرْضِ وَلَا فَسَادًا وَالْعَٰقِبَةُ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الدار الآخرة نجعلها للذين لا يريدون تكبّرًا في الأرض ولا فسادًا، والعاقبة الحسنة للمتقين.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جَآءَ بِالْحَسَنَةِ فَلَهُ خَيْرٌ مِّنْهَا وَمَن جَآءَ بِالسَّيِّئَةِ فَلَا يُجْزَى الَّذِينَ عَمِلُواْ السَّيِّـَٔاتِ إِلَّا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جاء بالحسنة فله خير منها، ومن جاء بالسيئة فلا يُجزى الذين عملوا السيئات إلا بمثل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 فَرَضَ عَلَيْكَ الْقُرْءَانَ لَرَآدُّكَ إِلَىٰ مَعَادٍ قُل رَّبِّي أَعْلَمُ مَن جَآءَ بِالْهُدَىٰ وَمَنْ هُوَ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 أنزل عليك القرآن وفرض عليك العمل به لرادّك إلى مكة فاتحًا، قل: ربي أعلم من جاء بالهدى ومن هو في ضلال واضح.</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كُنتَ تَرْجُواْ أَن يُلْقَىٰ إِلَيْكَ الْكِتَٰبُ إِلَّا رَحْمَةً مِّن رَّبِّكَ فَلَا تَكُونَنَّ ظَهِيرًا لِّلْكَٰفِرِينَ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كنت ترجو أن يُنزل إليك القرآن، ولكن أنزله الله رحمة من ربك، فلا تكوننّ معينًا للكافرين.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القصص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٨٧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يَصُدُّنَّكَ عَنْ ءَايَٰتِ اللَّهِ بَعْدَ إِذْ أُنزِلَتْ إِلَيْكَ وَادْعُ إِلَىٰ رَبِّكَ وَلَا تَكُونَنَّ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يصرفنّك المشركون عن آيات الله بعد إذ أُنزلت إليك، وادعُ إلى ربك، ولا تكوننّ من المشركين.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تَدْعُ مَعَ اللَّهِ إِلَٰهًا ءَاخَرَ لَآ إِلَٰهَ إِلَّا هُوَ كُلُّ شَيْءٍ هَالِكٌ إِلَّا وَجْهَهُ لَهُ الْحُكْمُ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تعبد مع الله إلهًا آخر، لا معبود بحق إلا هو، كل شيء فانٍ إلا وجهه، له الحكم،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النمل</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٥٦ – ٩٣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٥٦: نهاية قصة لوط، ثم أسئلة تهزّ القلوب: «أإلهٌ مع الله؟» تُثبت التوحيد، وعلامات الساعة كخروج الدابة، ومشاهد يوم القيامة.</a:t>
            </a:r>
            <a:endParaRPr lang="ar-SA"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كَانَ جَوَابَ قَوْمِهِ إِلَّآ أَن قَالُواْ أَخْرِجُواْ ءَالَ لُوطٍ مِّن قَرْيَتِكُمْ إِنَّهُمْ أُنَاسٌ يَتَطَهَّرُونَ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كان جواب قوم لوط إلا أن قالوا: أخرجوا آل لوط من قريتكم، إنهم أناس يتنزّهون عن فعلنا.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فَأَنجَيْنَٰهُ وَأَهْلَهُ إِلَّا امْرَأَتَهُ قَدَّرْنَٰهَا مِنَ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فأنجيناه وأهله إلا امرأته، قدّرنا أنها من الهالكين.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وَأَمْطَرْنَا عَلَيْهِم مَّطَرًا فَسَآءَ مَطَرُ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وأمطرنا عليهم حجارة من السماء، فبئس المطر مطر المُنذَرين.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الْحَمْدُ لِلَّهِ وَسَلَٰمٌ عَلَىٰ عِبَادِهِ الَّذِينَ اصْطَفَىٰ ءَآللَّهُ خَيْرٌ أَمَّا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الحمد لله، وسلام على عباده الذين اختارهم، أالله خير أم ما يعبدون من الأصنام؟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خَلَقَ السَّمَٰوَٰتِ وَالْأَرْضَ وَأَنزَلَ لَكُم مِّنَ السَّمَآءِ مَآءً فَأَنبَتْنَا بِهِ حَدَآئِقَ ذَاتَ بَهْجَةٍ مَّا كَانَ لَكُمْ أَن تُنبِتُواْ شَجَرَهَآ أَءِلَٰهٌ مَّعَ اللَّهِ بَلْ هُمْ قَوْمٌ يَعْدِلُونَ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من خلق السماوات والأرض، وأنزل لكم من السماء مطرًا فأنبتنا به بساتين ذات منظر حسن، ما كان لكم أن تُنبتوا شجرها؟ أإله مع الله؟ بل هم قوم يجعلون له شركاء.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جَعَلَ الْأَرْضَ قَرَارًا وَجَعَلَ خِلَٰلَهَآ أَنْهَٰرًا وَجَعَلَ لَهَا رَوَٰسِيَ وَجَعَلَ بَيْنَ الْبَحْرَيْنِ حَاجِزًا أَءِلَٰهٌ مَّعَ اللَّهِ بَلْ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من جعل الأرض مستقرًّا، وجعل خلالها أنهارًا، وجعل لها جبالًا ثابتة، وجعل بين البحر العذب والمالح حاجزًا؟ أإله مع الله؟ بل أكثرهم لا يعلمون.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يُجِيبُ الْمُضْطَرَّ إِذَا دَعَاهُ وَيَكْشِفُ السُّوءَ وَيَجْعَلُكُمْ خُلَفَآءَ الْأَرْضِ أَءِلَٰهٌ مَّعَ اللَّهِ قَلِيلًا مَّا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من يجيب المكروب إذا دعاه، ويكشف عنه السوء، ويجعلكم خلفاء في الأرض؟ أإله مع الله؟ قليلًا ما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يَهْدِيكُمْ فِي ظُلُمَٰتِ الْبَرِّ وَالْبَحْرِ وَمَن يُرْسِلُ الرِّيَٰحَ بُشْرًا بَيْنَ يَدَيْ رَحْمَتِهِ أَءِلَٰهٌ مَّعَ اللَّهِ تَعَٰلَى اللَّهُ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من يهديكم في ظلمات البرّ والبحر بالنجوم، ومن يرسل الرياح مبشّرة بالمطر؟ أإله مع الله؟ تعالى الله عما يشركون.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يَبْدَؤُاْ الْخَلْقَ ثُمَّ يُعِيدُهُ وَمَن يَرْزُقُكُم مِّنَ السَّمَآءِ وَالْأَرْضِ أَءِلَٰهٌ مَّعَ اللَّهِ قُلْ هَاتُواْ بُرْهَٰنَكُمْ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من يبدأ الخلق ثم يعيده، ومن يرزقكم من السماء والأرض؟ أإله مع الله؟ قل: هاتوا حجتكم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يَعْلَمُ مَن فِي السَّمَٰوَٰتِ وَالْأَرْضِ الْغَيْبَ إِلَّا اللَّهُ وَمَا يَشْعُرُونَ أَيَّانَ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يعلم أحد في السماوات والأرض الغيب إلا الله، وما يشعرون متى يُبعثون.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ادَّـٰرَكَ عِلْمُهُمْ فِي الْأخِرَةِ بَلْ هُمْ فِي شَكٍّ مِّنْهَا بَلْ هُم مِّنْهَا 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تتابع علمهم في الآخرة وعجز عن معرفتها، بل هم في شك منها، بل هم عنها عُمي.</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أَءِذَا كُنَّا تُرَٰبًا وَءَابَآؤُنَآ أَئِنَّا لَمُخْرَجُونَ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أإذا صرنا ترابًا نحن وآباؤنا أإنا لمُخرَجون من قبورنا؟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وُعِدْنَا هَٰذَا نَحْنُ وَءَابَآؤُنَا مِن قَبْلُ إِنْ هَٰذَآ إِلَّآ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وُعدنا هذا نحن وآباؤنا من قبل، ما هذا إلا أكاذيب الأولين.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كَانَ عَٰقِبَةُ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سيروا في الأرض فانظروا كيف كانت عاقبة المجرمين.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تَحْزَنْ عَلَيْهِمْ وَلَا تَكُن فِي ضَيْقٍ مِّمَّا يَمْكُرُونَ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تحزن على تكذيبهم، ولا يضق صدرك من مكرهم.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متى هذا الوعد بالعذاب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٧٢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عَسَىٰ أَن يَكُونَ رَدِفَ لَكُم بَعْضُ الَّذِي تَسْتَعْجِلُونَ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عسى أن يكون قد اقترب منكم بعض الذي تستعجلون.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لَذُو فَضْلٍ عَلَى النَّاسِ وَلَٰكِنَّ أَكْثَرَهُمْ 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لذو فضل على الناس بتأخير العقوبة، ولكن أكثرهم لا يشكرون.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لَيَعْلَمُ مَا تُكِنُّ صُدُورُهُمْ وَمَا يُعْلِنُونَ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ليعلم ما تُخفي صدورهم وما يُظهرون.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 غَآئِبَةٍ فِي السَّمَآءِ وَالْأَرْضِ إِلَّا فِي 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شيء غائب في السماء والأرض إلا وهو مكتوب في كتاب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الْقُرْءَانَ يَقُصُّ عَلَىٰ بَنِي إِسْرَـٰءِيلَ أَكْثَرَ الَّذِي هُمْ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القرآن يبيّن لبني إسرائيل الحق في أكثر الأمور التي اختلفوا فيها.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لَهُدًى وَرَحْمَةٌ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 لهدى ورحمة للمؤمنين.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يَقْضِي بَيْنَهُم بِحُكْمِهِ وَهُوَ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يقضي بينهم بحكمه العادل، وهو العزيز العليم.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فَتَوَكَّلْ عَلَى اللَّهِ إِنَّكَ عَلَى الْحَقِّ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فتوكّل على الله، إنك على الحق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لَا تُسْمِعُ الْمَوْتَىٰ وَلَا تُسْمِعُ الصُّمَّ الدُّعَآءَ إِذَا وَلَّوْاْ مُدْبِرِينَ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لا تُسمع الموتى، ولا تُسمع الصمّ الدعاء إذا أعرضوا مدبرين.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أَنتَ بِهَٰدِي الْعُمْيِ عَن ضَلَٰلَتِهِمْ إِن تُسْمِعُ إِلَّا مَن يُؤْمِنُ بِـَٔايَٰتِنَا فَهُم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أنت بهادي العُمي عن ضلالتهم، ما تُسمع إلا من يؤمن بآياتنا فهم مسلمون.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وَقَعَ الْقَوْلُ عَلَيْهِمْ أَخْرَجْنَا لَهُمْ دَآبَّةً مِّنَ الْأَرْضِ تُكَلِّمُهُمْ أَنَّ النَّاسَ كَانُواْ بِـَٔايَٰتِنَا لَا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وجب عليهم العذاب بقرب الساعة، أخرجنا لهم دابة من الأرض تكلّمهم: أن الناس كانوا بآياتنا لا يوقنون. وهي من علامات الساعة الكبرى.</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نَحْشُرُ مِن كُلِّ أُمَّةٍ فَوْجًا مِّمَّن يُكَذِّبُ بِـَٔايَٰتِنَا فَهُمْ يُوزَعُونَ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نجمع من كل أمة جماعة من المكذّبين بآياتنا، فهم يُساقون ويُجمع أولهم إلى آخرهم.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جَآءُو قَالَ أَكَذَّبْتُم بِـَٔايَٰتِي وَلَمْ تُحِيطُواْ بِهَا عِلْمًا أَمَّاذَا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جاؤوا قال الله: أكذّبتم بآياتي ولم تحيطوا بها علمًا؟ أم ماذا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وَوَقَعَ الْقَوْلُ عَلَيْهِم بِمَا ظَلَمُواْ فَهُمْ لَا يَنطِقُونَ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ووجب عليهم العذاب بسبب ظلمهم، فهم لا ينطقون بحجة.</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يَرَوْاْ أَنَّا جَعَلْنَا الَّيْلَ لِيَسْكُنُواْ فِيهِ وَالنَّهَارَ مُبْصِرًا إِنَّ فِي ذَٰلِكَ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يروا أنا جعلنا الليل ليستريحوا فيه، والنهار مضيئًا؟ إن في ذلك لدلائل لقوم يؤمنون.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يُنفَخُ فِي الصُّورِ فَفَزِعَ مَن فِي السَّمَٰوَٰتِ وَمَن فِي الْأَرْضِ إِلَّا مَن شَآءَ اللَّهُ وَكُلٌّ أَتَوْهُ دَٰخِرِينَ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يُنفخ في البوق فيفزع من في السماوات ومن في الأرض إلا من شاء الله، وكلٌّ يأتونه خاضعين.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٩٠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الْجِبَالَ تَحْسَبُهَا جَامِدَةً وَهِيَ تَمُرُّ مَرَّ السَّحَابِ صُنْعَ اللَّهِ الَّذِي أَتْقَنَ كُلَّ شَيْءٍ إِنَّهُ خَبِيرٌ بِمَا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الجبال تظنها ثابتة، وهي تمرّ يوم القيامة مرّ السحاب، صُنع الله الذي أتقن كل شيء، إنه خبير بما تفعلون.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جَآءَ بِالْحَسَنَةِ فَلَهُ خَيْرٌ مِّنْهَا وَهُم مِّن فَزَعٍ يَوْمَئِذٍ ءَامِنُونَ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جاء بالحسنة فله أفضل منها ثوابًا، وهم من فزع يوم القيامة آمنون.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جَآءَ بِالسَّيِّئَةِ فَكُبَّتْ وُجُوهُهُمْ فِي النَّارِ هَلْ تُجْزَوْنَ إِلَّا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جاء بالسيئة وهي الشرك أُلقوا على وجوههم في النار، ويُقال: هل تُجزون إلا بما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٩١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أُمِرْتُ أَنْ أَعْبُدَ رَبَّ هَٰذِهِ الْبَلْدَةِ الَّذِي حَرَّمَهَا وَلَهُ كُلُّ شَيْءٍ وَأُمِرْتُ أَنْ أَكُونَ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أُمرت أن أعبد ربّ مكة الذي جعلها حرمًا آمنًا، وله كل شيء، وأُمرت أن أكون من المسلمين.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أَتْلُوَاْ الْقُرْءَانَ فَمَنِ اهْتَدَىٰ فَإِنَّمَا يَهْتَدِي لِنَفْسِهِ وَمَن ضَلَّ فَقُلْ إِنَّمَآ أَنَا مِنَ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أقرأ القرآن على الناس، فمن اهتدى فإنما يهتدي لنفسه، ومن ضلّ فقل: إنما أنا من المنذرين.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الْحَمْدُ لِلَّهِ سَيُرِيكُمْ ءَايَٰتِهِ فَتَعْرِفُونَهَا وَمَا رَبُّكَ بِغَٰفِلٍ عَمَّا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الحمد لله، سيُريكم آياته فتعرفونها، وما ربك بغافل عما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assets20/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0/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0 Tafsir">
  <a:themeElements>
    <a:clrScheme name="Juz 20 Tafsir">
      <a:dk1>
        <a:srgbClr val="2E231E"/>
      </a:dk1>
      <a:lt1>
        <a:srgbClr val="FFFFFF"/>
      </a:lt1>
      <a:dk2>
        <a:srgbClr val="A14A1E"/>
      </a:dk2>
      <a:lt2>
        <a:srgbClr val="FDF8F3"/>
      </a:lt2>
      <a:accent1>
        <a:srgbClr val="A14A1E"/>
      </a:accent1>
      <a:accent2>
        <a:srgbClr val="C9A04A"/>
      </a:accent2>
      <a:accent3>
        <a:srgbClr val="B8612E"/>
      </a:accent3>
      <a:accent4>
        <a:srgbClr val="6E625A"/>
      </a:accent4>
      <a:accent5>
        <a:srgbClr val="F7E9DE"/>
      </a:accent5>
      <a:accent6>
        <a:srgbClr val="2F6B5E"/>
      </a:accent6>
      <a:hlink>
        <a:srgbClr val="B8612E"/>
      </a:hlink>
      <a:folHlink>
        <a:srgbClr val="6E625A"/>
      </a:folHlink>
    </a:clrScheme>
    <a:fontScheme name="Juz 20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أمّن خلق — مبسّط من تفسير ابن كثير</dc:title>
  <dc:subject>PptxGenJS Presentation</dc:subject>
  <dc:creator>معلم القرآن الكريم</dc:creator>
  <cp:lastModifiedBy>معلم القرآن الكريم</cp:lastModifiedBy>
  <cp:revision>1</cp:revision>
  <dcterms:created xsi:type="dcterms:W3CDTF">2026-10-03T21:33:53Z</dcterms:created>
  <dcterms:modified xsi:type="dcterms:W3CDTF">2026-10-03T21:33:53Z</dcterms:modified>
</cp:coreProperties>
</file>
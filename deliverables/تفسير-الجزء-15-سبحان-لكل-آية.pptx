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b36b25f4-6194-94e4-9df3-6e28b95be980}">
          <p14:sldIdLst>
            <p14:sldId id="256"/>
            <p14:sldId id="257"/>
            <p14:sldId id="258"/>
          </p14:sldIdLst>
        </p14:section>
        <p14:section name="سورة الكهف" id="{52aab4ea-b68a-9b71-56a5-81c2d838fcda}">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سورة الإسراء" id="{c87c3e0a-32b1-cfb7-6b27-187571ef1e2e}">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Lst>
        </p14:section>
        <p14:section name="الخاتمة" id="{a5a6e1cd-2a54-e978-0f14-5b9cfa44d803}">
          <p14:sldIdLst>
            <p14:sldId id="3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الكهف ثم نصعد سورةً سورة حتى نصل إلى سورة الإسراء،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نقول إذا عزمنا على فعل شيء في المستقبل (الآيتان 23–24)؟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ثلاثًا من الوصايا في الآيات 23–37. وكيف نعامل والدينا إذا كبرا؟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5/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5/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5/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4.xml"/><Relationship Id="rId4"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5/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سبحان</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5/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الكهف إلى سورة الإسراء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الأزرق البحري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سبحان</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الكهف صعودًا إلى سورة الإسراء</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الكهف</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الإسراء</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الكهف</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٧٤</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عن ابن عباس أن قريشًا سألت أحبار اليهود عن أسئلة يمتحنون بها النبي صلى الله عليه وسلم: عن فتية ذهبوا في الدهر الأول، وعن رجل طوّاف بلغ مشارق الأرض ومغاربها، وعن الروح، فقال النبي صلى الله عليه وسلم: «أخبركم غدًا» ولم يقل: إن شاء الله، فتأخّر الوحي، ثم نزلت سورة الكهف، ونزل: ﴿ولا تقولنّ لشيء إني فاعل ذلك غدًا إلا أن يشاء الله﴾.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٧٤: قصة أصحاب الكهف الذين فرّوا بدينهم، وصاحب الجنتين المغترّ بماله، وقصة موسى مع الخضر. قال النبي صلى الله عليه وسلم: «من حفظ عشر آيات من أول سورة الكهف عُصم من الدجال» (رواه مسلم).</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الْحَمْدُ لِلَّهِ الَّذِي أَنزَلَ عَلَىٰ عَبْدِهِ الْكِتَٰبَ وَلَمْ يَجْعَل لَّهُ عِوَجَا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الحمد لله الذي أنزل على عبده محمد صلى الله عليه وسلم القرآن، ولم يجعل فيه ميلًا عن الحق.</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قَيِّمًا لِّيُنذِرَ بَأْسًا شَدِيدًا مِّن لَّدُنْهُ وَيُبَشِّرَ الْمُؤْمِنِينَ الَّذِينَ يَعْمَلُونَ الصَّـٰلِحَٰتِ أَنَّ لَهُمْ أَجْرًا حَسَنًا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جعله مستقيمًا، لينذر الكفار عذابًا شديدًا من عنده، ويبشّر المؤمنين الذين يعملون الصالحات أن لهم أجرًا حسنًا وهو الجنة.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مَّـٰكِثِينَ فِيهِ أَبَدًا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ماكثين فيه أبدًا.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وَيُنذِرَ الَّذِينَ قَالُواْ اتَّخَذَ اللَّهُ وَلَدًا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وينذر الذين قالوا: اتّخذ الله ولدًا.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لَهُم بِهِ مِنْ عِلْمٍ وَلَا لِأبَآئِهِمْ كَبُرَتْ كَلِمَةً تَخْرُجُ مِنْ أَفْوَٰهِهِمْ إِن يَقُولُونَ إِلَّا كَذِبًا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لهم بهذا القول من علم ولا لآبائهم، عظُمت كلمة تخرج من أفواههم، ما يقولون إلا كذبًا.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فَلَعَلَّكَ بَٰخِعٌ نَّفْسَكَ عَلَىٰ ءَاثَٰرِهِمْ إِن لَّمْ يُؤْمِنُواْ بِهَٰذَا الْحَدِيثِ أَسَفًا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فلعلك مُهلك نفسك حزنًا عليهم إن لم يؤمنوا بهذا القرآن.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جَعَلْنَا مَا عَلَى الْأَرْضِ زِينَةً لَّهَا لِنَبْلُوَهُمْ أَيُّهُمْ أَحْسَنُ عَمَلًا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جعلنا ما على الأرض من زينة لها، لنختبر الناس أيّهم أحسن عملًا.</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0266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لَجَٰعِلُونَ مَا عَلَيْهَا صَعِيدًا جُرُزًا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لجاعلون ما عليها يوم القيامة ترابًا يابسًا لا نبات فيه.</a:t>
            </a:r>
            <a:endParaRPr lang="ar-SA" sz="3200" dirty="0"/>
          </a:p>
        </p:txBody>
      </p:sp>
      <p:sp>
        <p:nvSpPr>
          <p:cNvPr id="14" name="Shape 12"/>
          <p:cNvSpPr/>
          <p:nvPr/>
        </p:nvSpPr>
        <p:spPr>
          <a:xfrm>
            <a:off x="2103120" y="4210812"/>
            <a:ext cx="8641080" cy="0"/>
          </a:xfrm>
          <a:prstGeom prst="line">
            <a:avLst/>
          </a:prstGeom>
          <a:noFill/>
          <a:ln w="9525">
            <a:solidFill>
              <a:schemeClr val="accent2"/>
            </a:solidFill>
            <a:prstDash val="dash"/>
          </a:ln>
        </p:spPr>
      </p:sp>
      <p:sp>
        <p:nvSpPr>
          <p:cNvPr id="15" name="Shape 13"/>
          <p:cNvSpPr/>
          <p:nvPr/>
        </p:nvSpPr>
        <p:spPr>
          <a:xfrm>
            <a:off x="10927080" y="4471416"/>
            <a:ext cx="548640" cy="548640"/>
          </a:xfrm>
          <a:prstGeom prst="star8">
            <a:avLst/>
          </a:prstGeom>
          <a:solidFill>
            <a:schemeClr val="accent2"/>
          </a:solidFill>
          <a:ln/>
        </p:spPr>
      </p:sp>
      <p:sp>
        <p:nvSpPr>
          <p:cNvPr id="16" name="Shape 14"/>
          <p:cNvSpPr/>
          <p:nvPr/>
        </p:nvSpPr>
        <p:spPr>
          <a:xfrm>
            <a:off x="11036808" y="4581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71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45312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حَسِبْتَ أَنَّ أَصْحَٰبَ الْكَهْفِ وَالرَّقِيمِ كَانُواْ مِنْ ءَايَٰتِنَا عَجَبًا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أظننت أن قصة أصحاب الكهف واللوح المكتوب فيه أسماؤهم كانت أعجب آياتنا؟ بل في خلق السماوات والأرض ما هو أعجب.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أَوَى الْفِتْيَةُ إِلَى الْكَهْفِ فَقَالُواْ رَبَّنَآ ءَاتِنَا مِن لَّدُنكَ رَحْمَةً وَهَيِّئْ لَنَا مِنْ أَمْرِنَا رَشَدًا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اذكر حين لجأ الفتية إلى الكهف فرارًا بدينهم، فقالوا: ربنا أعطنا من عندك رحمة، وهيّئ لنا من أمرنا رشدًا.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فَضَرَبْنَا عَلَىٰ ءَاذَانِهِمْ فِي الْكَهْفِ سِنِينَ عَدَدًا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فأنمناهم في الكهف سنين كثيرة.</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بَعَثْنَٰهُمْ لِنَعْلَمَ أَيُّ الْحِزْبَيْنِ أَحْصَىٰ لِمَا لَبِثُواْ أَمَدًا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أيقظناهم لنُظهر أيّ الفريقين أضبط لمدة لُبثهم.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نَقُصُّ عَلَيْكَ نَبَأَهُم بِالْحَقِّ إِنَّهُمْ فِتْيَةٌ ءَامَنُواْ بِرَبِّهِمْ وَزِدْنَٰهُمْ 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نقصّ عليك خبرهم بالحق، إنهم فتية آمنوا بربهم، وزدناهم هدى وثباتًا.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وَرَبَطْنَا عَلَىٰ قُلُوبِهِمْ إِذْ قَامُواْ فَقَالُواْ رَبُّنَا رَبُّ السَّمَٰوَٰتِ وَالْأَرْضِ لَن نَّدْعُوَاْ مِن دُونِهِ إِلَٰهًا لَّقَدْ قُلْنَآ إِذًا شَطَطًا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وقوّينا قلوبهم بالصبر حين قاموا أمام ملكهم الظالم فقالوا: ربنا رب السماوات والأرض، لن نعبد من دونه إلهًا، لقد قلنا إذًا قولًا بعيدًا عن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هَـٰؤُلَآءِ قَوْمُنَا اتَّخَذُواْ مِن دُونِهِ ءَالِهَةً لَّوْلَا يَأْتُونَ عَلَيْهِم بِسُلْطَٰنٍ بَيِّنٍ فَمَنْ أَظْلَمُ مِمَّنِ افْتَرَىٰ عَلَى اللَّهِ كَذِبًا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هؤلاء قومنا اتّخذوا من دون الله آلهة، هلّا يأتون على عبادتهم بحجة واضحة! فلا أحد أظلم ممن كذب على الله.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اعْتَزَلْتُمُوهُمْ وَمَا يَعْبُدُونَ إِلَّا اللَّهَ فَأْوُاْ إِلَى الْكَهْفِ يَنشُرْ لَكُمْ رَبُّكُم مِّن رَّحْمَتِهِ وَيُهَيِّئْ لَكُم مِّنْ أَمْرِكُم مِّرْفَقًا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بعضهم لبعض: وإذ فارقتم قومكم وما يعبدون إلا الله، فالجؤوا إلى الكهف، يبسط لكم ربكم من رحمته، ويهيّئ لكم من أمركم ما ترتفقون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وَتَرَى الشَّمْسَ إِذَا طَلَعَت تَّزَٰوَرُ عَن كَهْفِهِمْ ذَاتَ الْيَمِينِ وَإِذَا غَرَبَت تَّقْرِضُهُمْ ذَاتَ الشِّمَالِ وَهُمْ فِي فَجْوَةٍ مِّنْهُ ذَٰلِكَ مِنْ ءَايَٰتِ اللَّهِ مَن يَهْدِ اللَّهُ فَهُوَ الْمُهْتَدِ وَمَن يُضْلِلْ فَلَن تَجِدَ لَهُ وَلِيًّا مُّرْشِدًا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وترى الشمس إذا طلعت تميل عن كهفهم جهة اليمين، وإذا غربت تتركهم جهة الشمال، وهم في متّسع منه، ذلك من آيات الله، من يهده الله فهو المهتدي، ومن يُضلله فلن تجد له وليًّا يرشده.</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وَتَحْسَبُهُمْ أَيْقَاظًا وَهُمْ رُقُودٌ وَنُقَلِّبُهُمْ ذَاتَ الْيَمِينِ وَذَاتَ الشِّمَالِ وَكَلْبُهُم بَٰسِطٌ ذِرَاعَيْهِ بِالْوَصِيدِ لَوِ اطَّلَعْتَ عَلَيْهِمْ لَوَلَّيْتَ مِنْهُمْ فِرَارًا وَلَمُلِئْتَ مِنْهُمْ رُعْبًا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وتظنّهم أيقاظًا لانفتاح أعينهم وهم نائمون، ونقلّبهم على جنوبهم يمينًا وشمالًا لئلّا تأكلهم الأرض، وكلبهم باسط ذراعيه بباب الكهف، لو اطّلعت عليهم لولّيت منهم هاربًا، ولمُلئت منهم خوفًا.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بَعَثْنَٰهُمْ لِيَتَسَآءَلُواْ بَيْنَهُمْ قَالَ قَآئِلٌ مِّنْهُمْ كَمْ لَبِثْتُمْ قَالُواْ لَبِثْنَا يَوْمًا أَوْ بَعْضَ يَوْمٍ قَالُواْ رَبُّكُمْ أَعْلَمُ بِمَا لَبِثْتُمْ فَابْعَثُواْ أَحَدَكُم بِوَرِقِكُمْ هَٰذِهِ إِلَى الْمَدِينَةِ فَلْيَنظُرْ أَيُّهَآ أَزْكَىٰ طَعَامًا فَلْيَأْتِكُم بِرِزْقٍ مِّنْهُ وَلْيَتَلَطَّفْ وَلَا يُشْعِرَنَّ بِكُمْ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وكما أنمناهم أيقظناهم ليسأل بعضهم بعضًا، قال أحدهم: كم بقيتم؟ قالوا: بقينا يومًا أو بعض يوم، قالوا: ربكم أعلم بما بقيتم، فأرسلوا أحدكم بدراهمكم الفضية هذه إلى المدينة فلينظر أيّ أطعمتها أحلّ وأطيب، فليأتكم برزق منه، وليتلطّف ولا يُعلمنّ بكم أحدًا.</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إِن يَظْهَرُواْ عَلَيْكُمْ يَرْجُمُوكُمْ أَوْ يُعِيدُوكُمْ فِي مِلَّتِهِمْ وَلَن تُفْلِحُواْ إِذًا أَبَدًا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إن يعلموا بمكانكم يقتلوكم رجمًا، أو يُرجعوكم إلى دينهم، ولن تفلحوا إذًا أبدًا.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أَعْثَرْنَا عَلَيْهِمْ لِيَعْلَمُواْ أَنَّ وَعْدَ اللَّهِ حَقٌّ وَأَنَّ السَّاعَةَ لَا رَيْبَ فِيهَآ إِذْ يَتَنَٰزَعُونَ بَيْنَهُمْ أَمْرَهُمْ فَقَالُواْ ابْنُواْ عَلَيْهِم بُنْيَٰنًا رَّبُّهُمْ أَعْلَمُ بِهِمْ قَالَ الَّذِينَ غَلَبُواْ عَلَىٰ أَمْرِهِمْ لَنَتَّخِذَنَّ عَلَيْهِم مَّسْجِدًا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أطلعنا الناس عليهم، ليعلموا أن وعد الله بالبعث حق، وأن الساعة لا شك فيها، حين تنازع الناس في أمرهم، فقال بعضهم: ابنوا عليهم بناءً، ربهم أعلم بهم، وقال أصحاب السلطة: لنتّخذنّ عليهم مسجدًا. وقد نهى النبي صلى الله عليه وسلم عن اتّخاذ القبور مساجد.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سَيَقُولُونَ ثَلَٰثَةٌ رَّابِعُهُمْ كَلْبُهُمْ وَيَقُولُونَ خَمْسَةٌ سَادِسُهُمْ كَلْبُهُمْ رَجْمًا بِالْغَيْبِ وَيَقُولُونَ سَبْعَةٌ وَثَامِنُهُمْ كَلْبُهُمْ قُل رَّبِّي أَعْلَمُ بِعِدَّتِهِم مَّا يَعْلَمُهُمْ إِلَّا قَلِيلٌ فَلَا تُمَارِ فِيهِمْ إِلَّا مِرَآءً ظَٰهِرًا وَلَا تَسْتَفْتِ فِيهِم مِّنْهُمْ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سيقول بعضهم: هم ثلاثة رابعهم كلبهم، ويقول آخرون: خمسة سادسهم كلبهم، ظنًّا بلا علم، ويقولون: سبعة وثامنهم كلبهم، قل: ربي أعلم بعددهم، ما يعلمهم إلا قليل، فلا تجادل فيهم إلا جدالًا ظاهرًا، ولا تسأل عنهم أحدًا من أهل الكتاب.</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تَقُولَنَّ لِشَاْيْءٍ إِنِّي فَاعِلٌ ذَٰلِكَ غَدًا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تقولنّ لشيء تعزم عليه: إني فاعل ذلك غدًا.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أَن يَشَآءَ اللَّهُ وَاذْكُر رَّبَّكَ إِذَا نَسِيتَ وَقُلْ عَسَىٰ أَن يَهْدِيَنِ رَبِّي لِأَقْرَبَ مِنْ هَٰذَا رَشَدًا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أن تقول: إن شاء الله، واذكر ربك إذا نسيت ذلك، وقل: عسى أن يهديني ربي لأقرب من هذا رشدًا.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وَلَبِثُواْ فِي كَهْفِهِمْ ثَلَٰثَ مِاْئَةٍ سِنِينَ وَازْدَادُواْ تِسْعًا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وبقوا في كهفهم ثلاثمئة سنة بالحساب الشمسي، وازدادوا تسع سنين بالحساب القمري.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اللَّهُ أَعْلَمُ بِمَا لَبِثُواْ لَهُ غَيْبُ السَّمَٰوَٰتِ وَالْأَرْضِ أَبْصِرْ بِهِ وَأَسْمِعْ مَا لَهُم مِّن دُونِهِ مِن وَلِيٍّ وَلَا يُشْرِكُ فِي حُكْمِهِ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الله أعلم بما بقوا، له علم غيب السماوات والأرض، ما أبصره وما أسمعه! ما لهم من دونه من وليّ، ولا يُشرك في حكمه أحدًا.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وَاتْلُ مَآ أُوحِيَ إِلَيْكَ مِن كِتَابِ رَبِّكَ لَا مُبَدِّلَ لِكَلِمَٰتِهِ وَلَن تَجِدَ مِن دُونِهِ مُلْتَحَدًا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واقرأ ما أوحي إليك من القرآن، لا مغيّر لكلماته، ولن تجد من دونه ملجأً.</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وَاصْبِرْ نَفْسَكَ مَعَ الَّذِينَ يَدْعُونَ رَبَّهُم بِالْغَدَوٰةِ وَالْعَشِيِّ يُرِيدُونَ وَجْهَهُ وَلَا تَعْدُ عَيْنَاكَ عَنْهُمْ تُرِيدُ زِينَةَ الْحَيَوٰةِ الدُّنْيَا وَلَا تُطِعْ مَنْ أَغْفَلْنَا قَلْبَهُ عَن ذِكْرِنَا وَاتَّبَعَ هَوَىٰهُ وَكَانَ أَمْرُهُ فُرُطًا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واحبس نفسك مع المؤمنين الذين يدعون ربهم صباحًا ومساءً يريدون وجهه، ولا تصرف عينيك عنهم إلى الأغنياء تريد زينة الدنيا، ولا تطع من أغفلنا قلبه عن ذكرنا واتّبع هواه، وكان أمره ضياعًا.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الْحَقُّ مِن رَّبِّكُمْ فَمَن شَآءَ فَلْيُؤْمِن وَمَن شَآءَ فَلْيَكْفُرْ إِنَّآ أَعْتَدْنَا لِلظَّـٰلِمِينَ نَارًا أَحَاطَ بِهِمْ سُرَادِقُهَا وَإِن يَسْتَغِيثُواْ يُغَاثُواْ بِمَآءٍ كَالْمُهْلِ يَشْوِي الْوُجُوهَ بِئْسَ الشَّرَابُ وَسَآءَتْ مُرْتَفَقًا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هذا الحق من ربكم، فمن شاء فليؤمن ومن شاء فليكفر تهديدًا، إنا أعددنا للظالمين نارًا أحاط بهم سورها، وإن يستغيثوا من العطش يُغاثوا بماء كالزيت المغلي يشوي الوجوه، بئس الشراب، وساءت النار مكانًا.</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إِنَّا لَا نُضِيعُ أَجْرَ مَنْ أَحْسَنَ عَمَلًا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الصالحين إنا لا نُضيع أجر من أحسن عملًا.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لَهُمْ جَنَّـٰتُ عَدْنٍ تَجْرِي مِن تَحْتِهِمُ الْأَنْهَٰرُ يُحَلَّوْنَ فِيهَا مِنْ أَسَاوِرَ مِن ذَهَبٍ وَيَلْبَسُونَ ثِيَابًا خُضْرًا مِّن سُندُسٍ وَإِسْتَبْرَقٍ مُّتَّكِـِٔينَ فِيهَا عَلَى الْأَرَآئِكِ نِعْمَ الثَّوَابُ وَحَسُنَتْ مُرْتَفَقًا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لهم جنات إقامة تجري من تحتهم الأنهار، يُزيَّنون فيها بأساور من ذهب، ويلبسون ثيابًا خضرًا من حرير رقيق وغليظ، متّكئين فيها على الأسرّة المزيّنة، نِعم الثواب، وحسُنت مكانًا.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وَاضْرِبْ لَهُم مَّثَلًا رَّجُلَيْنِ جَعَلْنَا لِأَحَدِهِمَا جَنَّتَيْنِ مِنْ أَعْنَٰبٍ وَحَفَفْنَٰهُمَا بِنَخْلٍ وَجَعَلْنَا بَيْنَهُمَا زَرْعًا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واضرب لهم مثلًا رجلين: جعلنا لأحدهما بستانين من أعناب، وأحطناهما بنخل، وجعلنا بينهما زرعًا.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كِلْتَا الْجَنَّتَيْنِ ءَاتَتْ أُكُلَهَا وَلَمْ تَظْلِم مِّنْهُ شَيْـًٔا وَفَجَّرْنَا خِلَٰلَهُمَا نَهَرًا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البستانين أعطى ثمره كاملًا ولم ينقص منه شيئًا، وفجّرنا بينهما نهرًا.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وَكَانَ لَهُ ثَمَرٌ فَقَالَ لِصَٰحِبِهِ وَهُوَ يُحَاوِرُهُ أَنَا أَكْثَرُ مِنكَ مَالًا وَأَعَزُّ نَفَرًا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 له مال كثير، فقال لصاحبه المؤمن وهو يحاوره متفاخرًا: أنا أكثر منك مالًا وأعزّ أنصارًا.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وَدَخَلَ جَنَّتَهُ وَهُوَ ظَالِمٌ لِّنَفْسِهِ قَالَ مَآ أَظُنُّ أَن تَبِيدَ هَٰذِهِ أَبَدًا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ودخل بستانه وهو ظالم لنفسه بالكبر والكفر، قال: ما أظن أن يفنى هذا البستان أبدًا.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أَظُنُّ السَّاعَةَ قَآئِمَةً وَلَئِن رُّدِدتُّ إِلَىٰ رَبِّي لَأَجِدَنَّ خَيْرًا مِّنْهَا مُنقَلَبًا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أظن القيامة قائمة، ولئن رُجعت إلى ربي لأجدنّ خيرًا منه مرجعًا.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لَهُ صَاحِبُهُ وَهُوَ يُحَاوِرُهُ أَكَفَرْتَ بِالَّذِي خَلَقَكَ مِن تُرَابٍ ثُمَّ مِن نُّطْفَةٍ ثُمَّ سَوَّىٰكَ رَجُلًا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له صاحبه المؤمن وهو يحاوره: أكفرت بالذي خلقك من تراب، ثم من نطفة، ثم سوّاك رجلًا؟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لَّـٰكِنَّا هُوَ اللَّهُ رَبِّي وَلَآ أُشْرِكُ بِرَبِّي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 أنا أقول: هو الله ربي، ولا أشرك بربي أحدًا.</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إِذْ دَخَلْتَ جَنَّتَكَ قُلْتَ مَا شَآءَ اللَّهُ لَا قُوَّةَ إِلَّا بِاللَّهِ إِن تَرَنِ أَنَا أَقَلَّ مِنكَ مَالًا وَوَلَدًا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وهلّا إذ دخلت بستانك قلت: ما شاء الله، لا قوة إلا بالله! إن ترني أنا أقلّ منك مالًا وولدًا.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فَعَسَىٰ رَبِّي أَن يُؤْتِيَنِ خَيْرًا مِّن جَنَّتِكَ وَيُرْسِلَ عَلَيْهَا حُسْبَانًا مِّنَ السَّمَآءِ فَتُصْبِحَ صَعِيدًا زَلَقًا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فعسى ربي أن يعطيني خيرًا من بستانك، ويرسل عليه عذابًا من السماء فيصبح أرضًا ملساء لا نبات فيها.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يُصْبِحَ مَآؤُهَا غَوْرًا فَلَن تَسْتَطِيعَ لَهُ طَلَبًا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يصبح ماؤه غائرًا في الأرض، فلن تستطيع له طلبًا.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وَأُحِيطَ بِثَمَرِهِ فَأَصْبَحَ يُقَلِّبُ كَفَّيْهِ عَلَىٰ مَآ أَنفَقَ فِيهَا وَهِيَ خَاوِيَةٌ عَلَىٰ عُرُوشِهَا وَيَقُولُ يَٰلَيْتَنِي لَمْ أُشْرِكْ بِرَبِّي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وأُهلك ثمره كله، فأصبح يقلّب كفّيه ندمًا على ما أنفق فيه، وهو ساقط على عروشه، ويقول: يا ليتني لم أشرك بربي أحدًا.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 تَكُن لَّهُ فِئَةٌ يَنصُرُونَهُ مِن دُونِ اللَّهِ وَمَا كَانَ مُنتَصِرًا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 تكن له جماعة ينصرونه من دون الله، وما كان قادرًا على الانتصار لنفسه.</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هُنَالِكَ الْوَلَٰيَةُ لِلَّهِ الْحَقِّ هُوَ خَيْرٌ ثَوَابًا وَخَيْرٌ عُقْبًا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هنالك تكون النصرة والولاية لله الحق، هو خير ثوابًا، وخير عاقبة.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وَاضْرِبْ لَهُم مَّثَلَ الْحَيَوٰةِ الدُّنْيَا كَمَآءٍ أَنزَلْنَٰهُ مِنَ السَّمَآءِ فَاخْتَلَطَ بِهِ نَبَاتُ الْأَرْضِ فَأَصْبَحَ هَشِيمًا تَذْرُوهُ الرِّيَٰحُ وَكَانَ اللَّهُ عَلَىٰ كُلِّ شَيْءٍ مُّقْتَدِرًا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واضرب لهم مثل الحياة الدنيا: كمطر أنزلناه من السماء فاختلط به نبات الأرض فنما، ثم أصبح يابسًا مكسّرًا تفرّقه الرياح، وكان الله على كل شيء قادرًا.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الْمَالُ وَالْبَنُونَ زِينَةُ الْحَيَوٰةِ الدُّنْيَا وَالْبَٰقِيَٰتُ الصَّـٰلِحَٰتُ خَيْرٌ عِندَ رَبِّكَ ثَوَابًا وَخَيْرٌ أَمَلًا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المال والبنون زينة الحياة الدنيا، والأعمال الصالحة الباقية كقول: سبحان الله والحمد لله، خير عند ربك ثوابًا، وخير ما يُؤمَّل.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نُسَيِّرُ الْجِبَالَ وَتَرَى الْأَرْضَ بَارِزَةً وَحَشَرْنَٰهُمْ فَلَمْ نُغَادِرْ مِنْهُمْ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نُسيّر الجبال عن أماكنها، وترى الأرض ظاهرة مستوية، وجمعناهم فلم نترك منهم أحدًا.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وَعُرِضُواْ عَلَىٰ رَبِّكَ صَفًّا لَّقَدْ جِئْتُمُونَا كَمَا خَلَقْنَٰكُمْ أَوَّلَ مَرَّةٍ بَلْ زَعَمْتُمْ أَلَّن نَّجْعَلَ لَكُم مَّوْعِدًا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وعُرضوا على ربك صفوفًا، يُقال لهم: لقد جئتمونا فُرادى حُفاة كما خلقناكم أول مرة، بل زعمتم أن لن نجعل لكم موعدًا للبعث.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وَوُضِعَ الْكِتَٰبُ فَتَرَى الْمُجْرِمِينَ مُشْفِقِينَ مِمَّا فِيهِ وَيَقُولُونَ يَٰوَيْلَتَنَا مَالِ هَٰذَا الْكِتَٰبِ لَا يُغَادِرُ صَغِيرَةً وَلَا كَبِيرَةً إِلَّآ أَحْصَىٰهَا وَوَجَدُواْ مَا عَمِلُواْ حَاضِرًا وَلَا يَظْلِمُ رَبُّكَ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ووُضع كتاب الأعمال، فترى المجرمين خائفين مما فيه، ويقولون: يا هلاكنا! ما لهذا الكتاب لا يترك صغيرة ولا كبيرة إلا أحصاها؟ ووجدوا ما عملوا حاضرًا، ولا يظلم ربك أحدًا.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كَانَ مِنَ الْجِنِّ فَفَسَقَ عَنْ أَمْرِ رَبِّهِ أَفَتَتَّخِذُونَهُ وَذُرِّيَّتَهُ أَوْلِيَآءَ مِن دُونِي وَهُمْ لَكُمْ عَدُوٌّ بِئْسَ لِلظَّـٰلِمِينَ بَدَلًا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قلنا للملائكة: اسجدوا لآدم، فسجدوا إلا إبليس كان من الجن، فخرج عن أمر ربه، أفتتّخذونه وذريته أولياء من دوني وهم لكم أعداء؟ بئس للظالمين بدلًا.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أَشْهَدتُّهُمْ خَلْقَ السَّمَٰوَٰتِ وَالْأَرْضِ وَلَا خَلْقَ أَنفُسِهِمْ وَمَا كُنتُ مُتَّخِذَ الْمُضِلِّينَ عَضُدًا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أحضرتهم خلق السماوات والأرض ولا خلق أنفسهم، وما كنت متّخذ المُضلّين أعوانًا.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يَقُولُ نَادُواْ شُرَكَآءِيَ الَّذِينَ زَعَمْتُمْ فَدَعَوْهُمْ فَلَمْ يَسْتَجِيبُواْ لَهُمْ وَجَعَلْنَا بَيْنَهُم مَّوْبِقًا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يقول الله: نادوا شركائي الذين زعمتم، فدعوهم فلم يستجيبوا لهم، وجعلنا بينهم مكانًا للهلاك.</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وَرَءَا الْمُجْرِمُونَ النَّارَ فَظَنُّواْ أَنَّهُم مُّوَاقِعُوهَا وَلَمْ يَجِدُواْ عَنْهَا مَصْرِفًا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ورأى المجرمون النار فأيقنوا أنهم واقعون فيها، ولم يجدوا عنها مهربًا.</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صَرَّفْنَا فِي هَٰذَا الْقُرْءَانِ لِلنَّاسِ مِن كُلِّ مَثَلٍ وَكَانَ الْإِنسَٰنُ أَكْثَرَ شَيْءٍ جَدَلًا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بيّنّا في هذا القرآن للناس من كل مثل، وكان الإنسان أكثر شيء جدالًا.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مَنَعَ النَّاسَ أَن يُؤْمِنُواْ إِذْ جَآءَهُمُ الْهُدَىٰ وَيَسْتَغْفِرُواْ رَبَّهُمْ إِلَّآ أَن تَأْتِيَهُمْ سُنَّةُ الْأَوَّلِينَ أَوْ يَأْتِيَهُمُ الْعَذَابُ قُبُلًا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منع الناس أن يؤمنوا إذ جاءهم الهدى، ويستغفروا ربهم، إلا طلبهم أن يأتيهم ما أتى الأمم السابقة من الهلاك، أو يأتيهم العذاب عيانًا.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نُرْسِلُ الْمُرْسَلِينَ إِلَّا مُبَشِّرِينَ وَمُنذِرِينَ وَيُجَٰدِلُ الَّذِينَ كَفَرُواْ بِالْبَٰطِلِ لِيُدْحِضُواْ بِهِ الْحَقَّ وَاتَّخَذُواْ ءَايَٰتِي وَمَآ أُنذِرُواْ هُزُوًا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نرسل المرسلين إلا مبشّرين ومنذرين، ويجادل الكفار بالباطل ليُبطلوا به الحق، واتّخذوا آياتي وإنذاري سخرية.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أَظْلَمُ مِمَّن ذُكِّرَ بِـَٔايَٰتِ رَبِّهِ فَأَعْرَضَ عَنْهَا وَنَسِيَ مَا قَدَّمَتْ يَدَاهُ إِنَّا جَعَلْنَا عَلَىٰ قُلُوبِهِمْ أَكِنَّةً أَن يَفْقَهُوهُ وَفِي ءَاذَانِهِمْ وَقْرًا وَإِن تَدْعُهُمْ إِلَى الْهُدَىٰ فَلَن يَهْتَدُواْ إِذًا أَبَدًا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أظلم ممن ذُكّر بآيات ربه فأعرض عنها، ونسي ما قدّمت يداه من الذنوب، إنا جعلنا على قلوبهم أغطية فلا يفهمونه، وفي آذانهم صممًا، وإن تدعهم إلى الهدى فلن يهتدوا أبدًا.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وَرَبُّكَ الْغَفُورُ ذُو الرَّحْمَةِ لَوْ يُؤَاخِذُهُم بِمَا كَسَبُواْ لَعَجَّلَ لَهُمُ الْعَذَابَ بَل لَّهُم مَّوْعِدٌ لَّن يَجِدُواْ مِن دُونِهِ مَوْئِلًا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وربك الغفور صاحب الرحمة، لو يؤاخذهم بذنوبهم لعجّل لهم العذاب، بل لهم موعد لن يجدوا منه مهربًا.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وَتِلْكَ الْقُرَىٰ أَهْلَكْنَٰهُمْ لَمَّا ظَلَمُواْ وَجَعَلْنَا لِمَهْلِكِهِم مَّوْعِدًا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وتلك القرى أهلكناهم لما ظلموا، وجعلنا لهلاكهم وقتًا محددًا.</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02666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مُوسَىٰ لِفَتَىٰهُ لَآ أَبْرَحُ حَتَّىٰ أَبْلُغَ مَجْمَعَ الْبَحْرَيْنِ أَوْ أَمْضِيَ حُقُبًا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موسى لفتاه يوشع بن نون: لا أزال أسير حتى أصل ملتقى البحرين، أو أسير زمنًا طويلًا، ليلقى عبدًا صالحًا أعلم منه.</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بَلَغَا مَجْمَعَ بَيْنِهِمَا نَسِيَا حُوتَهُمَا فَاتَّخَذَ سَبِيلَهُ فِي الْبَحْرِ سَرَبًا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وصلا ملتقى البحرين نسيا الحوت الذي حملاه، فاتّخذ طريقه في البحر كالنفق.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جَاوَزَا قَالَ لِفَتَىٰهُ ءَاتِنَا غَدَآءَنَا لَقَدْ لَقِينَا مِن سَفَرِنَا هَٰذَا نَصَبًا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تجاوزا المكان قال موسى لفتاه: ائتنا بغدائنا، لقد لقينا من سفرنا هذا تعبًا.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أَرَءَيْتَ إِذْ أَوَيْنَآ إِلَى الصَّخْرَةِ فَإِنِّي نَسِيتُ الْحُوتَ وَمَآ أَنسَىٰنِيهُ إِلَّا الشَّيْطَٰنُ أَنْ أَذْكُرَهُ وَاتَّخَذَ سَبِيلَهُ فِي الْبَحْرِ عَجَبًا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الفتى: أتذكر حين لجأنا إلى الصخرة؟ فإني نسيت أن أخبرك بالحوت، وما أنسانيه إلا الشيطان، واتّخذ طريقه في البحر بطريقة عجيبة.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ذَٰلِكَ مَا كُنَّا نَبْغِ فَارْتَدَّا عَلَىٰ ءَاثَارِهِمَا قَصَصًا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ذلك الذي كنا نطلبه علامةً، فرجعا يتتبّعان آثار أقدامهما.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فَوَجَدَا عَبْدًا مِّنْ عِبَادِنَآ ءَاتَيْنَٰهُ رَحْمَةً مِّنْ عِندِنَا وَعَلَّمْنَٰهُ مِن لَّدُنَّا عِلْمًا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فوجدا عبدًا من عبادنا الصالحين وهو الخضر، آتيناه رحمة من عندنا، وعلّمناه من عندنا علمًا.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لَهُ مُوسَىٰ هَلْ أَتَّبِعُكَ عَلَىٰ أَن تُعَلِّمَنِ مِمَّا عُلِّمْتَ رُشْدًا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له موسى بأدب: هل أتّبعك على أن تعلّمني مما علّمك الله رشدًا؟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إِنَّكَ لَن تَسْتَطِيعَ مَعِيَ صَبْرًا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الخضر: إنك لن تستطيع معي صبرًا.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وَكَيْفَ تَصْبِرُ عَلَىٰ مَا لَمْ تُحِطْ بِهِ خُبْرًا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وكيف تصبر على ما لم تُحط بعلم حقيقته؟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سَتَجِدُنِي إِن شَآءَ اللَّهُ صَابِرًا وَلَآ أَعْصِي لَكَ أَمْرًا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ستجدني إن شاء الله صابرًا، ولا أعصي لك أمرًا.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فَإِنِ اتَّبَعْتَنِي فَلَا تَسْـَٔلْنِي عَن شَيْءٍ حَتَّىٰ أُحْدِثَ لَكَ مِنْهُ ذِكْرًا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فإن اتّبعتني فلا تسألني عن شيء حتى أبيّنه لك.</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فَانطَلَقَا حَتَّىٰ إِذَا رَكِبَا فِي السَّفِينَةِ خَرَقَهَا قَالَ أَخَرَقْتَهَا لِتُغْرِقَ أَهْلَهَا لَقَدْ جِئْتَ شَيْـًٔا إِمْرًا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فانطلقا حتى ركبا في السفينة، فخرقها الخضر، قال موسى: أخرقتها لتُغرق أهلها؟ لقد جئت أمرًا منكرًا.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٧٢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أَلَمْ أَقُلْ إِنَّكَ لَن تَسْتَطِيعَ مَعِيَ صَبْرًا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ألم أقل إنك لن تستطيع معي صبرًا؟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لَا تُؤَاخِذْنِي بِمَا نَسِيتُ وَلَا تُرْهِقْنِي مِنْ أَمْرِي عُسْرًا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لا تؤاخذني بنسياني، ولا تكلّفني من أمري مشقة.</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فَانطَلَقَا حَتَّىٰ إِذَا لَقِيَا غُلَٰمًا فَقَتَلَهُ قَالَ أَقَتَلْتَ نَفْسًا زَكِيَّةً بِغَيْرِ نَفْسٍ لَّقَدْ جِئْتَ شَيْـًٔا نُّكْرًا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فانطلقا حتى إذا لقيا غلامًا فقتله الخضر بأمر الله، قال موسى: أقتلت نفسًا بريئة بغير قتل نفس؟ لقد جئت شيئًا منكرًا.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الإسراء</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١١١</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مسعود رضي الله عنه: كنت أمشي مع النبي صلى الله عليه وسلم في حرث بالمدينة، فمرّ بنفر من اليهود فقالوا: سلوه عن الروح، فسألوه، فقام ساعة ينتظر الوحي، ثم قرأ: ﴿ويسألونك عن الروح قل الروح من أمر ربي وما أوتيتم من العلم إلا قليلًا﴾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معجزة الإسراء من مكة إلى بيت المقدس، والقرآن يهدي للتي هي أقوم، ووصايا عظيمة: برّ الوالدين، والاعتدال في الإنفاق، وحفظ النفس والعرض ومال اليتيم، وتكريم بني آدم، وإعجاز القرآن.</a:t>
            </a:r>
            <a:endParaRPr lang="ar-SA"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سُبْحَٰنَ الَّذِي أَسْرَىٰ بِعَبْدِهِ لَيْلًا مِّنَ الْمَسْجِدِ الْحَرَامِ إِلَى الْمَسْجِدِ الْأَقْصَا الَّذِي بَٰرَكْنَا حَوْلَهُ لِنُرِيَهُ مِنْ ءَايَٰتِنَآ إِنَّهُ هُوَ السَّمِيعُ الْبَصِيرُ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تنزّه الله وتعاظم، الذي سار بعبده محمد صلى الله عليه وسلم في جزء من الليل من المسجد الحرام بمكة إلى المسجد الأقصى ببيت المقدس، الذي باركنا حوله، لنُريه من آياتنا العظيمة، إنه هو السميع البصير.</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وَءَاتَيْنَا مُوسَى الْكِتَٰبَ وَجَعَلْنَٰهُ هُدًى لِّبَنِي إِسْرَـٰءِيلَ أَلَّا تَتَّخِذُواْ مِن دُونِي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وآتينا موسى التوراة، وجعلناها هدى لبني إسرائيل: ألّا تتّخذوا من دوني من تتوكّلون عليه.</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ذُرِّيَّةَ مَنْ حَمَلْنَا مَعَ نُوحٍ إِنَّهُ كَانَ عَبْدًا شَكُورًا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ذرية من حملنا مع نوح في السفينة، اشكروا كما شكر، إنه كان عبدًا كثير الشكر.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وَقَضَيْنَآ إِلَىٰ بَنِي إِسْرَـٰءِيلَ فِي الْكِتَٰبِ لَتُفْسِدُنَّ فِي الْأَرْضِ مَرَّتَيْنِ وَلَتَعْلُنَّ عُلُوًّا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وأخبرنا بني إسرائيل في التوراة: لتُفسدنّ في الأرض مرتين بالمعاصي، ولتتكبّرنّ على الناس تكبّرًا عظيمًا.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جَآءَ وَعْدُ أُولَىٰهُمَا بَعَثْنَا عَلَيْكُمْ عِبَادًا لَّنَآ أُوْلِي بَأْسٍ شَدِيدٍ فَجَاسُواْ خِلَٰلَ الدِّيَارِ وَكَانَ وَعْدًا مَّفْعُولًا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جاء وقت الإفساد الأول سلّطنا عليكم عبادًا لنا أصحاب قوة شديدة، فتردّدوا بين بيوتكم يبحثون عنكم، وكان وعدًا واقعًا.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رَدَدْنَا لَكُمُ الْكَرَّةَ عَلَيْهِمْ وَأَمْدَدْنَٰكُم بِأَمْوَٰلٍ وَبَنِينَ وَجَعَلْنَٰكُمْ أَكْثَرَ نَفِيرًا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أعدنا لكم الغلبة عليهم لما تبتم، وأمددناكم بأموال وأبناء، وجعلناكم أكثر عددًا.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أَحْسَنتُمْ أَحْسَنتُمْ لِأَنفُسِكُمْ وَإِنْ أَسَأْتُمْ فَلَهَا فَإِذَا جَآءَ وَعْدُ الْأخِرَةِ لِيَسُـُٔواْ وُجُوهَكُمْ وَلِيَدْخُلُواْ الْمَسْجِدَ كَمَا دَخَلُوهُ أَوَّلَ مَرَّةٍ وَلِيُتَبِّرُواْ مَا عَلَوْاْ تَتْبِيرًا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أحسنتم فنفع ذلك لأنفسكم، وإن أسأتم فعليها، فإذا جاء وقت الإفساد الثاني سلّطنا عليكم أعداءكم ليُذلّوكم ويُظهروا الحزن على وجوهكم، وليدخلوا بيت المقدس كما دخلوه أول مرة، وليُهلكوا ما غلبوا عليه.</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عَسَىٰ رَبُّكُمْ أَن يَرْحَمَكُمْ وَإِنْ عُدتُّمْ عُدْنَا وَجَعَلْنَا جَهَنَّمَ لِلْكَٰفِرِينَ حَصِيرًا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عسى ربكم أن يرحمكم إن تبتم، وإن عدتم إلى الإفساد عدنا إلى عقوبتكم، وجعلنا جهنم للكافرين سجنًا.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الْقُرْءَانَ يَهْدِي لِلَّتِي هِيَ أَقْوَمُ وَيُبَشِّرُ الْمُؤْمِنِينَ الَّذِينَ يَعْمَلُونَ الصَّـٰلِحَٰتِ أَنَّ لَهُمْ أَجْرًا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القرآن يهدي للطريق الأقوم والأعدل، ويبشّر المؤمنين الذين يعملون الصالحات أن لهم أجرًا كبيرًا.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الَّذِينَ لَا يُؤْمِنُونَ بِالْأخِرَةِ أَعْتَدْنَا لَهُمْ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الذين لا يؤمنون بالآخرة أعددنا لهم عذابًا موجعًا.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وَيَدْعُ الْإِنسَٰنُ بِالشَّرِّ دُعَآءَهُ بِالْخَيْرِ وَكَانَ الْإِنسَٰنُ عَجُولًا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ويدعو الإنسان على نفسه وولده بالشرّ وقت الغضب كما يدعو بالخير، وكان الإنسان عجولًا.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الَّيْلَ وَالنَّهَارَ ءَايَتَيْنِ فَمَحَوْنَآ ءَايَةَ الَّيْلِ وَجَعَلْنَآ ءَايَةَ النَّهَارِ مُبْصِرَةً لِّتَبْتَغُواْ فَضْلًا مِّن رَّبِّكُمْ وَلِتَعْلَمُواْ عَدَدَ السِّنِينَ وَالْحِسَابَ وَكُلَّ شَيْءٍ فَصَّلْنَٰهُ تَفْصِيلًا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الليل والنهار علامتين على قدرتنا، فجعلنا الليل مظلمًا، والنهار مضيئًا، لتطلبوا الرزق فيه، ولتعلموا عدد السنين والحساب، وكل شيء بيّنّاه تبيينًا.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 إِنسَٰنٍ أَلْزَمْنَٰهُ طَـٰئِرَهُ فِي عُنُقِهِ وَنُخْرِجُ لَهُ يَوْمَ الْقِيَٰمَةِ كِتَٰبًا يَلْقَىٰهُ مَنشُورًا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 إنسان جعلنا عمله لازمًا له كالقلادة في عنقه، ونُخرج له يوم القيامة كتابًا يلقاه مفتوحًا.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اقْرَأْ كِتَٰبَكَ كَفَىٰ بِنَفْسِكَ الْيَوْمَ عَلَيْكَ حَسِيبًا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 اقرأ كتاب أعمالك، كفى بنفسك اليوم عليك محاسبًا.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اهْتَدَىٰ فَإِنَّمَا يَهْتَدِي لِنَفْسِهِ وَمَن ضَلَّ فَإِنَّمَا يَضِلُّ عَلَيْهَا وَلَا تَزِرُ وَازِرَةٌ وِزْرَ أُخْرَىٰ وَمَا كُنَّا مُعَذِّبِينَ حَتَّىٰ نَبْعَثَ رَسُولًا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اهتدى فإنما يهتدي لنفسه، ومن ضلّ فإنما يضلّ عليها، ولا تحمل نفس ذنب غيرها، وما كنا معذّبين أحدًا حتى نبعث رسولًا.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أَرَدْنَآ أَن نُّهْلِكَ قَرْيَةً أَمَرْنَا مُتْرَفِيهَا فَفَسَقُواْ فِيهَا فَحَقَّ عَلَيْهَا الْقَوْلُ فَدَمَّرْنَٰهَا تَدْمِيرًا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أردنا أن نُهلك قرية أمرنا أغنياءها بالطاعة فعصوا وفسقوا، فوجب عليها العذاب، فدمّرناها تدميرًا.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أَهْلَكْنَا مِنَ الْقُرُونِ مِن بَعْدِ نُوحٍ وَكَفَىٰ بِرَبِّكَ بِذُنُوبِ عِبَادِهِ خَبِيرًا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أهلكنا من الأمم بعد نوح، وكفى بربك عالمًا بذنوب عباده بصيرًا بها.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كَانَ يُرِيدُ الْعَاجِلَةَ عَجَّلْنَا لَهُ فِيهَا مَا نَشَآءُ لِمَن نُّرِيدُ ثُمَّ جَعَلْنَا لَهُ جَهَنَّمَ يَصْلَىٰهَا مَذْمُومًا مَّدْحُورًا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كان يريد الدنيا العاجلة وحدها عجّلنا له فيها ما نشاء لمن نريد، ثم جعلنا له جهنم يدخلها مذمومًا مطرودًا.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أَرَادَ الْأخِرَةَ وَسَعَىٰ لَهَا سَعْيَهَا وَهُوَ مُؤْمِنٌ فَأُوْلَـٰئِكَ كَانَ سَعْيُهُم مَّشْكُورًا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أراد الآخرة، وعمل لها عملها، وهو مؤمن، فأولئك كان عملهم مقبولًا مشكورًا.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نُّمِدُّ هَـٰؤُلَآءِ وَهَـٰؤُلَآءِ مِنْ عَطَآءِ رَبِّكَ وَمَا كَانَ عَطَآءُ رَبِّكَ مَحْظُورًا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من الفريقين نُعطيهم من رزق ربك، وما كان عطاء ربك ممنوعًا عن أحد في الدنيا.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انظُرْ كَيْفَ فَضَّلْنَا بَعْضَهُمْ عَلَىٰ بَعْضٍ وَلَلْأخِرَةُ أَكْبَرُ دَرَجَٰتٍ وَأَكْبَرُ تَفْضِيلًا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انظر كيف فضّلنا بعضهم على بعض في الدنيا، وللآخرة أكبر منازل وأعظم تفضيلًا.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تَجْعَلْ مَعَ اللَّهِ إِلَٰهًا ءَاخَرَ فَتَقْعُدَ مَذْمُومًا مَّخْذُولًا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تجعل مع الله إلهًا آخر، فتقعد مذمومًا لا ناصر 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وَقَضَىٰ رَبُّكَ أَلَّا تَعْبُدُواْ إِلَّآ إِيَّاهُ وَبِالْوَٰلِدَيْنِ إِحْسَٰنًا إِمَّا يَبْلُغَنَّ عِندَكَ الْكِبَرَ أَحَدُهُمَآ أَوْ كِلَاهُمَا فَلَا تَقُل لَّهُمَآ أُفٍّ وَلَا تَنْهَرْهُمَا وَقُل لَّهُمَا قَوْلًا كَرِيمًا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وأمر ربك ألّا تعبدوا إلا إياه، وأن تُحسنوا إلى الوالدين إحسانًا، إن بلغ عندك أحدهما أو كلاهما الكبر فلا تقل لهما أدنى كلمة تضجّر: «أفّ»، ولا تزجرهما، وقل لهما قولًا لطيفًا كريمًا.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وَاخْفِضْ لَهُمَا جَنَاحَ الذُّلِّ مِنَ الرَّحْمَةِ وَقُل رَّبِّ ارْحَمْهُمَا كَمَا رَبَّيَانِي صَغِيرًا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وتواضع لهما رحمةً بهما، وقل: رب ارحمهما كما ربّياني صغيرًا.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رَّبُّكُمْ أَعْلَمُ بِمَا فِي نُفُوسِكُمْ إِن تَكُونُواْ صَٰلِحِينَ فَإِنَّهُ كَانَ لِلْأَوَّـٰبِينَ غَفُورًا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ربكم أعلم بما في نفوسكم، إن تكونوا صالحين فإنه كان للراجعين إليه بالتوبة غفورًا.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 ذَا الْقُرْبَىٰ حَقَّهُ وَالْمِسْكِينَ وَابْنَ السَّبِيلِ وَلَا تُبَذِّرْ تَبْذِيرًا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 القريب حقّه من البرّ والصلة، والمسكين، والمسافر المحتاج، ولا تُنفق مالك في غير حقّه.</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الْمُبَذِّرِينَ كَانُواْ إِخْوَٰنَ الشَّيَٰطِينِ وَكَانَ الشَّيْطَٰنُ لِرَبِّهِ كَفُورًا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المبذّرين كانوا إخوان الشياطين في الفعل، وكان الشيطان لربه جحودًا.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وَإِمَّا تُعْرِضَنَّ عَنْهُمُ ابْتِغَآءَ رَحْمَةٍ مِّن رَّبِّكَ تَرْجُوهَا فَقُل لَّهُمْ قَوْلًا مَّيْسُورًا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أعرضت عن إعطائهم لأنك لا تملك ما تعطيهم، وأنت ترجو رزقًا من ربك، فقل لهم قولًا ليّنًا سهلًا.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تَجْعَلْ يَدَكَ مَغْلُولَةً إِلَىٰ عُنُقِكَ وَلَا تَبْسُطْهَا كُلَّ الْبَسْطِ فَتَقْعُدَ مَلُومًا مَّحْسُورًا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تكن بخيلًا كأن يدك مربوطة إلى عنقك، ولا تُسرف في الإنفاق كل الإسراف، فتقعد ملومًا منقطعًا لا شيء عندك.</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يَبْسُطُ الرِّزْقَ لِمَن يَشَآءُ وَيَقْدِرُ إِنَّهُ كَانَ بِعِبَادِهِ خَبِيرًا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يوسّع الرزق لمن يشاء ويضيّقه، إنه كان بعباده خبيرًا بصيرًا.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تَقْتُلُواْ أَوْلَٰدَكُمْ خَشْيَةَ إِمْلَٰقٍ نَّحْنُ نَرْزُقُهُمْ وَإِيَّاكُمْ إِنَّ قَتْلَهُمْ كَانَ خِطْـًٔا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تقتلوا أولادكم خوفًا من الفقر، نحن نرزقهم وإياكم، إن قتلهم كان ذنبًا عظيمًا.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تَقْرَبُواْ الزِّنَىٰ إِنَّهُ كَانَ فَٰحِشَةً وَسَآءَ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تقربوا الزنا ولا أسبابه، إنه كان فاحشة، وبئس الطريق طريقه.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تَقْتُلُواْ النَّفْسَ الَّتِي حَرَّمَ اللَّهُ إِلَّا بِالْحَقِّ وَمَن قُتِلَ مَظْلُومًا فَقَدْ جَعَلْنَا لِوَلِيِّهِ سُلْطَٰنًا فَلَا يُسْرِف فِّي الْقَتْلِ إِنَّهُ كَانَ مَنصُورًا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تقتلوا النفس التي حرّم الله إلا بالحق، ومن قُتل ظلمًا فقد جعلنا لوليّه سلطة على القاتل بالقصاص، فلا يتجاوز الحد في القتل، إنه كان منصورًا.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تَقْرَبُواْ مَالَ الْيَتِيمِ إِلَّا بِالَّتِي هِيَ أَحْسَنُ حَتَّىٰ يَبْلُغَ أَشُدَّهُ وَأَوْفُواْ بِالْعَهْدِ إِنَّ الْعَهْدَ كَانَ مَسْـُٔولًا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تقربوا مال اليتيم إلا بالطريقة التي هي أحسن حتى يبلغ رشده، وأوفوا بالعهد، إن العهد كان مسؤولًا عنه.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وَأَوْفُواْ الْكَيْلَ إِذَا كِلْتُمْ وَزِنُواْ بِالْقِسْطَاسِ الْمُسْتَقِيمِ ذَٰلِكَ خَيْرٌ وَأَحْسَنُ تَأْوِيلًا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وأتمّوا الكيل إذا كلتم، وزنوا بالميزان العادل، ذلك خير لكم وأحسن عاقبة.</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تَقْفُ مَا لَيْسَ لَكَ بِهِ عِلْمٌ إِنَّ السَّمْعَ وَالْبَصَرَ وَالْفُؤَادَ كُلُّ أُوْلَـٰئِكَ كَانَ عَنْهُ مَسْـُٔولًا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تتّبع ما ليس لك به علم، إن السمع والبصر والقلب كل أولئك يُسأل عنه صاحبه يوم القيامة.</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تَمْشِ فِي الْأَرْضِ مَرَحًا إِنَّكَ لَن تَخْرِقَ الْأَرْضَ وَلَن تَبْلُغَ الْجِبَالَ طُولًا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تمشِ في الأرض متكبّرًا، إنك لن تشقّ الأرض بمشيك، ولن تبلغ الجبال طولًا بتعاليك.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 ذَٰلِكَ كَانَ سَيِّئُهُ عِندَ رَبِّكَ مَكْرُوهًا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 ما سبق من المنهيات كان سيئه مكروهًا عند ربك.</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مِمَّآ أَوْحَىٰ إِلَيْكَ رَبُّكَ مِنَ الْحِكْمَةِ وَلَا تَجْعَلْ مَعَ اللَّهِ إِلَٰهًا ءَاخَرَ فَتُلْقَىٰ فِي جَهَنَّمَ مَلُومًا مَّدْحُورًا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مما أوحى إليك ربك من الحكمة، ولا تجعل مع الله إلهًا آخر فتُلقى في جهنم ملومًا مطرودًا.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أَفَأَصْفَىٰكُمْ رَبُّكُم بِالْبَنِينَ وَاتَّخَذَ مِنَ الْمَلَـٰئِكَةِ إِنَٰثًا إِنَّكُمْ لَتَقُولُونَ قَوْلًا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أفخصّكم ربكم بالبنين واتخذ لنفسه من الملائكة بنات؟ إنكم لتقولون قولًا عظيم الإثم.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صَرَّفْنَا فِي هَٰذَا الْقُرْءَانِ لِيَذَّكَّرُواْ وَمَا يَزِيدُهُمْ إِلَّا نُفُورًا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بيّنّا في هذا القرآن الأدلة والأمثال ليتذكّروا، وما يزيدهم إلا نفورًا.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لَّوْ كَانَ مَعَهُ ءَالِهَةٌ كَمَا يَقُولُونَ إِذًا لَّابْتَغَوْاْ إِلَىٰ ذِي الْعَرْشِ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لو كان مع الله آلهة كما يقولون لطلبوا طريقًا إلى صاحب العرش لينازعوه أو يتقرّبوا إليه.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سُبْحَٰنَهُ وَتَعَٰلَىٰ عَمَّا يَقُولُونَ عُلُوًّا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تنزّه الله وتعالى عما يقولون علوًّا كبيرًا.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تُسَبِّحُ لَهُ السَّمَٰوَٰتُ السَّبْعُ وَالْأَرْضُ وَمَن فِيهِنَّ وَإِن مِّن شَيْءٍ إِلَّا يُسَبِّحُ بِحَمْدِهِ وَلَٰكِن لَّا تَفْقَهُونَ تَسْبِيحَهُمْ إِنَّهُ كَانَ حَلِيمًا غَفُورًا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تسبّح له السماوات السبع والأرض ومن فيهن، وما من شيء إلا يسبّح بحمده، ولكن لا تفهمون تسبيحهم، إنه كان حليمًا غفورًا.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قَرَأْتَ الْقُرْءَانَ جَعَلْنَا بَيْنَكَ وَبَيْنَ الَّذِينَ لَا يُؤْمِنُونَ بِالْأخِرَةِ حِجَابًا مَّسْتُورًا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قرأت القرآن جعلنا بينك وبين الذين لا يؤمنون بالآخرة حاجزًا خفيًّا يمنعهم من فهمه.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عَلَىٰ قُلُوبِهِمْ أَكِنَّةً أَن يَفْقَهُوهُ وَفِي ءَاذَانِهِمْ وَقْرًا وَإِذَا ذَكَرْتَ رَبَّكَ فِي الْقُرْءَانِ وَحْدَهُ وَلَّوْاْ عَلَىٰ أَدْبَٰرِهِمْ نُفُورًا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على قلوبهم أغطية فلا يفهمونه، وفي آذانهم صممًا، وإذا ذكرت ربك وحده في القرآن ولّوا هاربين نافرين.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أَعْلَمُ بِمَا يَسْتَمِعُونَ بِهِ إِذْ يَسْتَمِعُونَ إِلَيْكَ وَإِذْ هُمْ نَجْوَىٰ إِذْ يَقُولُ الظَّـٰلِمُونَ إِن تَتَّبِعُونَ إِلَّا رَجُلًا مَّسْحُورًا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أعلم بما يستمعون به حين يستمعون إليك، وحين يتناجون إذ يقول الظالمون: ما تتّبعون إلا رجلًا مسحورًا.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انظُرْ كَيْفَ ضَرَبُواْ لَكَ الْأَمْثَالَ فَضَلُّواْ فَلَا يَسْتَطِيعُونَ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انظر كيف وصفوك بالأوصاف الباطلة، فضلّوا فلا يهتدون إلى طريق الحق.</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أَءِذَا كُنَّا عِظَٰمًا وَرُفَٰتًا أَءِنَّا لَمَبْعُوثُونَ خَلْقًا جَدِيدًا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أإذا صرنا عظامًا وفُتاتًا أإنا لمبعوثون خلقًا جديدًا؟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كُونُواْ حِجَارَةً أَوْ حَدِيدًا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كونوا حجارة أو حديدًا إن استطعتم.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خَلْقًا مِّمَّا يَكْبُرُ فِي صُدُورِكُمْ فَسَيَقُولُونَ مَن يُعِيدُنَا قُلِ الَّذِي فَطَرَكُمْ أَوَّلَ مَرَّةٍ فَسَيُنْغِضُونَ إِلَيْكَ رُءُوسَهُمْ وَيَقُولُونَ مَتَىٰ هُوَ قُلْ عَسَىٰ أَن يَكُونَ قَرِيبًا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خلقًا آخر أعظم في نفوسكم، فإن الله يعيدكم، فسيقولون: من يعيدنا؟ قل: الذي خلقكم أول مرة، فسيحرّكون رؤوسهم استهزاءً ويقولون: متى هو؟ قل: عسى أن يكون قريبًا.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يَدْعُوكُمْ فَتَسْتَجِيبُونَ بِحَمْدِهِ وَتَظُنُّونَ إِن لَّبِثْتُمْ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يدعوكم من قبوركم فتستجيبون حامدين، وتظنون أنكم ما بقيتم في الدنيا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لِّعِبَادِي يَقُولُواْ الَّتِي هِيَ أَحْسَنُ إِنَّ الشَّيْطَٰنَ يَنزَغُ بَيْنَهُمْ إِنَّ الشَّيْطَٰنَ كَانَ لِلْإِنسَٰنِ عَدُوًّا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لعبادي المؤمنين يقولوا الكلمة التي هي أحسن، إن الشيطان يُفسد بينهم، إن الشيطان كان للإنسان عدوًّا واضحًا.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رَّبُّكُمْ أَعْلَمُ بِكُمْ إِن يَشَأْ يَرْحَمْكُمْ أَوْ إِن يَشَأْ يُعَذِّبْكُمْ وَمَآ أَرْسَلْنَٰكَ عَلَيْهِمْ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ربكم أعلم بكم، إن يشأ يرحمكم، أو إن يشأ يعذّبكم، وما أرسلناك عليهم حفيظًا.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وَرَبُّكَ أَعْلَمُ بِمَن فِي السَّمَٰوَٰتِ وَالْأَرْضِ وَلَقَدْ فَضَّلْنَا بَعْضَ النَّبِيِّـنَ عَلَىٰ بَعْضٍ وَءَاتَيْنَا دَاوُدَ زَبُورًا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وربك أعلم بمن في السماوات والأرض، ولقد فضّلنا بعض الأنبياء على بعض، وآتينا داود الزبور.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ادْعُواْ الَّذِينَ زَعَمْتُم مِّن دُونِهِ فَلَا يَمْلِكُونَ كَشْفَ الضُّرِّ عَنكُمْ وَلَا تَحْوِيلًا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ادعوا الذين زعمتم أنهم آلهة من دون الله، فلا يملكون كشف الضرّ عنكم، ولا تحويله إلى غيركم.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يَدْعُونَ يَبْتَغُونَ إِلَىٰ رَبِّهِمُ الْوَسِيلَةَ أَيُّهُمْ أَقْرَبُ وَيَرْجُونَ رَحْمَتَهُ وَيَخَافُونَ عَذَابَهُ إِنَّ عَذَابَ رَبِّكَ كَانَ مَحْذُورًا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يدعونهم كالملائكة والصالحين هم أنفسهم يتقرّبون إلى ربهم بالطاعة، أيّهم أقرب إليه، ويرجون رحمته، ويخافون عذابه، إن عذاب ربك كان مما يُحذر.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 قَرْيَةٍ إِلَّا نَحْنُ مُهْلِكُوهَا قَبْلَ يَوْمِ الْقِيَٰمَةِ أَوْ مُعَذِّبُوهَا عَذَابًا شَدِيدًا كَانَ ذَٰلِكَ فِي الْكِتَٰبِ مَسْطُورًا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 قرية ظالمة إلا نحن مُهلكوها قبل يوم القيامة، أو معذّبوها عذابًا شديدًا، كان ذلك في اللوح المحفوظ مكتوبًا.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مَنَعَنَآ أَن نُّرْسِلَ بِالْأيَٰتِ إِلَّآ أَن كَذَّبَ بِهَا الْأَوَّلُونَ وَءَاتَيْنَا ثَمُودَ النَّاقَةَ مُبْصِرَةً فَظَلَمُواْ بِهَا وَمَا نُرْسِلُ بِالْأيَٰتِ إِلَّا تَخْوِيفًا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منعنا أن نرسل بالمعجزات التي طلبوها إلا أن كذّب بها الأولون فأُهلكوا، وآتينا ثمود الناقة آية واضحة فظلموا بها، وما نرسل بالآيات إلا تخويفًا.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قُلْنَا لَكَ إِنَّ رَبَّكَ أَحَاطَ بِالنَّاسِ وَمَا جَعَلْنَا الرُّءْيَا الَّتِي أَرَيْنَٰكَ إِلَّا فِتْنَةً لِّلنَّاسِ وَالشَّجَرَةَ الْمَلْعُونَةَ فِي الْقُرْءَانِ وَنُخَوِّفُهُمْ فَمَا يَزِيدُهُمْ إِلَّا طُغْيَٰنًا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إذ قلنا لك: إن ربك أحاط بالناس قدرة وعلمًا، وما جعلنا ما أريناك ليلة الإسراء إلا اختبارًا للناس، وكذلك شجرة الزقوم المذمومة في القرآن، ونخوّفهم فما يزيدهم التخويف إلا طغيانًا كبيرًا.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قَالَ ءَأَسْجُدُ لِمَنْ خَلَقْتَ طِينًا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قلنا للملائكة: اسجدوا لآدم، فسجدوا إلا إبليس، قال: أأسجد لمن خلقته من طين؟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أَرَءَيْتَكَ هَٰذَا الَّذِي كَرَّمْتَ عَلَيَّ لَئِنْ أَخَّرْتَنِ إِلَىٰ يَوْمِ الْقِيَٰمَةِ لَأَحْتَنِكَنَّ ذُرِّيَّتَهُ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أخبرني عن هذا الذي فضّلته عليّ، لئن أخّرتني إلى يوم القيامة لأستولينّ على ذريته بالإضلال إلا قليلًا منهم.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اذْهَبْ فَمَن تَبِعَكَ مِنْهُمْ فَإِنَّ جَهَنَّمَ جَزَآؤُكُمْ جَزَآءً مَّوْفُورًا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اذهب، فمن تبعك منهم فإن جهنم جزاؤكم جزاءً كاملًا.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وَاسْتَفْزِزْ مَنِ اسْتَطَعْتَ مِنْهُم بِصَوْتِكَ وَأَجْلِبْ عَلَيْهِم بِخَيْلِكَ وَرَجِلِكَ وَشَارِكْهُمْ فِي الْأَمْوَٰلِ وَالْأَوْلَٰدِ وَعِدْهُمْ وَمَا يَعِدُهُمُ الشَّيْطَٰنُ إِلَّا غُرُورًا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واستخفّ من استطعت منهم بصوتك ودعوتك إلى المعصية، واجمع عليهم أعوانك من راكب وماشٍ، وشاركهم في الأموال الحرام والأولاد، وعِدهم الوعود الكاذبة، وما يعدهم الشيطان إلا خداعًا.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عِبَادِي لَيْسَ لَكَ عَلَيْهِمْ سُلْطَٰنٌ وَكَفَىٰ بِرَبِّكَ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عبادي المؤمنين ليس لك عليهم سلطة، وكفى بربك حافظًا لهم.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رَّبُّكُمُ الَّذِي يُزْجِي لَكُمُ الْفُلْكَ فِي الْبَحْرِ لِتَبْتَغُواْ مِن فَضْلِهِ إِنَّهُ كَانَ بِكُمْ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ربكم الذي يسوق لكم السفن في البحر لتطلبوا من رزقه، إنه كان بكم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مَسَّكُمُ الضُّرُّ فِي الْبَحْرِ ضَلَّ مَن تَدْعُونَ إِلَّآ إِيَّاهُ فَلَمَّا نَجَّىٰكُمْ إِلَى الْبَرِّ أَعْرَضْتُمْ وَكَانَ الْإِنسَٰنُ كَفُورًا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أصابكم الخوف في البحر غاب عنكم كل من تعبدونه إلا الله، فلما نجّاكم إلى البرّ أعرضتم، وكان الإنسان جحودًا.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أَفَأَمِنتُمْ أَن يَخْسِفَ بِكُمْ جَانِبَ الْبَرِّ أَوْ يُرْسِلَ عَلَيْكُمْ حَاصِبًا ثُمَّ لَا تَجِدُواْ لَكُمْ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أفأمنتم أن يخسف بكم الأرض في البرّ، أو يرسل عليكم ريحًا ترميكم بالحجارة، ثم لا تجدوا لكم حافظًا؟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أَمِنتُمْ أَن يُعِيدَكُمْ فِيهِ تَارَةً أُخْرَىٰ فَيُرْسِلَ عَلَيْكُمْ قَاصِفًا مِّنَ الرِّيحِ فَيُغْرِقَكُم بِمَا كَفَرْتُمْ ثُمَّ لَا تَجِدُواْ لَكُمْ عَلَيْنَا بِهِ تَبِيعًا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أمنتم أن يعيدكم إلى البحر مرة أخرى، فيرسل عليكم ريحًا شديدة تكسّر كل شيء، فيُغرقكم بكفركم، ثم لا تجدوا من يطالبنا بكم؟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كَرَّمْنَا بَنِي ءَادَمَ وَحَمَلْنَٰهُمْ فِي الْبَرِّ وَالْبَحْرِ وَرَزَقْنَٰهُم مِّنَ الطَّيِّبَٰتِ وَفَضَّلْنَٰهُمْ عَلَىٰ كَثِيرٍ مِّمَّنْ خَلَقْنَا تَفْضِيلًا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كرّمنا بني آدم بالعقل والصورة الحسنة، وحملناهم في البرّ على الدواب وفي البحر على السفن، ورزقناهم من الطيبات، وفضّلناهم على كثير ممن خلقنا تفضيلًا.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نَدْعُواْ كُلَّ أُنَاسٍ بِإِمَٰمِهِمْ فَمَنْ أُوتِيَ كِتَٰبَهُ بِيَمِينِهِ فَأُوْلَـٰئِكَ يَقْرَءُونَ كِتَٰبَهُمْ وَلَا يُظْلَمُونَ فَتِيلًا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ندعو كل أناس مع إمامهم ونبيهم وكتاب أعمالهم، فمن أُعطي كتابه بيمينه فأولئك يقرؤون كتابهم فرحين، ولا يُظلمون شيئًا ولو قدر الخيط في نواة التمرة.</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كَانَ فِي هَٰذِهِ أَعْمَىٰ فَهُوَ فِي الْأخِرَةِ أَعْمَىٰ وَأَضَلُّ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كان في هذه الدنيا أعمى القلب عن الحق فهو في الآخرة أعمى، وأضلّ طريقًا.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كَادُواْ لَيَفْتِنُونَكَ عَنِ الَّذِي أَوْحَيْنَآ إِلَيْكَ لِتَفْتَرِيَ عَلَيْنَا غَيْرَهُ وَإِذًا لَّاتَّخَذُوكَ خَلِيلًا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كاد المشركون ليصرفونك عن الذي أوحينا إليك لتختلق علينا غيره، وإذًا لاتّخذوك صديقًا.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أَن ثَبَّتْنَٰكَ لَقَدْ كِدتَّ تَرْكَنُ إِلَيْهِمْ شَيْـًٔا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أن ثبّتناك على الحق لقد قاربت أن تميل إليهم شيئًا قليلًا.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لَّأَذَقْنَٰكَ ضِعْفَ الْحَيَوٰةِ وَضِعْفَ الْمَمَاتِ ثُمَّ لَا تَجِدُ لَكَ عَلَيْنَا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لأذقناك عذابًا مضاعفًا في الدنيا ومضاعفًا بعد الموت، ثم لا تجد لك علينا ناصرًا. ولكن الله عصمه.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كَادُواْ لَيَسْتَفِزُّونَكَ مِنَ الْأَرْضِ لِيُخْرِجُوكَ مِنْهَا وَإِذًا لَّا يَلْبَثُونَ خِلَٰفَكَ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كادوا ليُزعجونك من مكة ليُخرجوك منها، ولو أخرجوك لا يبقون بعدك إلا قليلًا.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سُنَّةَ مَن قَدْ أَرْسَلْنَا قَبْلَكَ مِن رُّسُلِنَا وَلَا تَجِدُ لِسُنَّتِنَا تَحْوِيلًا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سنة الله فيمن أرسلنا قبلك من رسلنا: أن يهلك من أخرج نبيّه، ولا تجد لسنّتنا تغييرًا.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8516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أَقِمِ الصَّلَوٰةَ لِدُلُوكِ الشَّمْسِ إِلَىٰ غَسَقِ الَّيْلِ وَقُرْءَانَ الْفَجْرِ إِنَّ قُرْءَانَ الْفَجْرِ كَانَ مَشْهُودًا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أقم الصلاة من زوال الشمس إلى ظلمة الليل: الظهر والعصر والمغرب والعشاء، وأقم صلاة الفجر، إن صلاة الفجر تشهدها ملائكة الليل والنهار.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420166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الَّيْلِ فَتَهَجَّدْ بِهِ نَافِلَةً لَّكَ عَسَىٰ أَن يَبْعَثَكَ رَبُّكَ مَقَامًا مَّحْمُودًا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الليل فصلِّ صلاة التهجّد زيادة لك، عسى أن يبعثك ربك يوم القيامة مقامًا محمودًا، وهو الشفاعة العظمى.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3959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رَّبِّ أَدْخِلْنِي مُدْخَلَ صِدْقٍ وَأَخْرِجْنِي مُخْرَجَ صِدْقٍ وَاجْعَل لِّي مِن لَّدُنكَ سُلْطَٰنًا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رب أدخلني المدينة إدخالًا حسنًا، وأخرجني من مكة إخراجًا حسنًا، واجعل لي من عندك قوة تنصرني.</a:t>
            </a:r>
            <a:endParaRPr lang="ar-SA" sz="3200" dirty="0"/>
          </a:p>
        </p:txBody>
      </p:sp>
      <p:sp>
        <p:nvSpPr>
          <p:cNvPr id="9" name="Shape 7"/>
          <p:cNvSpPr/>
          <p:nvPr/>
        </p:nvSpPr>
        <p:spPr>
          <a:xfrm>
            <a:off x="2103120" y="3121152"/>
            <a:ext cx="8641080" cy="0"/>
          </a:xfrm>
          <a:prstGeom prst="line">
            <a:avLst/>
          </a:prstGeom>
          <a:noFill/>
          <a:ln w="9525">
            <a:solidFill>
              <a:schemeClr val="accent2"/>
            </a:solidFill>
            <a:prstDash val="dash"/>
          </a:ln>
        </p:spPr>
      </p:sp>
      <p:sp>
        <p:nvSpPr>
          <p:cNvPr id="10" name="Shape 8"/>
          <p:cNvSpPr/>
          <p:nvPr/>
        </p:nvSpPr>
        <p:spPr>
          <a:xfrm>
            <a:off x="10927080" y="3337560"/>
            <a:ext cx="548640" cy="548640"/>
          </a:xfrm>
          <a:prstGeom prst="star8">
            <a:avLst/>
          </a:prstGeom>
          <a:solidFill>
            <a:schemeClr val="accent2"/>
          </a:solidFill>
          <a:ln/>
        </p:spPr>
      </p:sp>
      <p:sp>
        <p:nvSpPr>
          <p:cNvPr id="11" name="Shape 9"/>
          <p:cNvSpPr/>
          <p:nvPr/>
        </p:nvSpPr>
        <p:spPr>
          <a:xfrm>
            <a:off x="11036808" y="344728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375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331927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جَآءَ الْحَقُّ وَزَهَقَ الْبَٰطِلُ إِنَّ الْبَٰطِلَ كَانَ زَهُوقًا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جاء الإسلام، وذهب الشرك، إن الباطل كان ذاهبًا لا ثبات له. وقرأها النبي صلى الله عليه وسلم يوم فتح مكة وهو يكسّر الأصنام.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وَنُنَزِّلُ مِنَ الْقُرْءَانِ مَا هُوَ شِفَآءٌ وَرَحْمَةٌ لِّلْمُؤْمِنِينَ وَلَا يَزِيدُ الظَّـٰلِمِينَ إِلَّا خَسَارًا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ونُنزّل من القرآن ما هو شفاء لأمراض القلوب والأبدان، ورحمة للمؤمنين، ولا يزيد الظالمين إلا خسارة.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أَنْعَمْنَا عَلَى الْإِنسَٰنِ أَعْرَضَ وَنَـَٔا بِجَانِبِهِ وَإِذَا مَسَّهُ الشَّرُّ كَانَ يَـُٔوسًا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أنعمنا على الإنسان أعرض عن الشكر وتكبّر، وإذا أصابه الشرّ كان شديد اليأس.</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كُلٌّ يَعْمَلُ عَلَىٰ شَاكِلَتِهِ فَرَبُّكُمْ أَعْلَمُ بِمَنْ هُوَ أَهْدَىٰ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كلٌّ يعمل على طريقته وما يناسبه، فربكم أعلم بمن هو أهدى طريقًا.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وَيَسْـَٔلُونَكَ عَنِ الرُّوحِ قُلِ الرُّوحُ مِنْ أَمْرِ رَبِّي وَمَآ أُوتِيتُم مِّنَ الْعِلْمِ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ويسألك اليهود عن الروح، قل: الروح من أمر ربي لا يعلمها إلا هو، وما أُعطيتم من العلم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شِئْنَا لَنَذْهَبَنَّ بِالَّذِي أَوْحَيْنَآ إِلَيْكَ ثُمَّ لَا تَجِدُ لَكَ بِهِ عَلَيْنَا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شئنا لنُذهبنّ القرآن الذي أوحينا إليك من الصدور والمصاحف، ثم لا تجد من يردّه علينا.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رَحْمَةً مِّن رَّبِّكَ إِنَّ فَضْلَهُ كَانَ عَلَيْكَ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ولكن أبقيناه رحمة من ربك، إن فضله كان عليك كبيرًا.</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لَّئِنِ اجْتَمَعَتِ الْإِنسُ وَالْجِنُّ عَلَىٰ أَن يَأْتُواْ بِمِثْلِ هَٰذَا الْقُرْءَانِ لَا يَأْتُونَ بِمِثْلِهِ وَلَوْ كَانَ بَعْضُهُمْ لِبَعْضٍ ظَهِيرًا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لئن اجتمع الإنس والجن على أن يأتوا بمثل هذا القرآن لا يأتون بمثله، ولو كان بعضهم لبعض معينًا.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صَرَّفْنَا لِلنَّاسِ فِي هَٰذَا الْقُرْءَانِ مِن كُلِّ مَثَلٍ فَأَبَىٰ أَكْثَرُ النَّاسِ إِلَّا كُفُورًا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بيّنّا للناس في هذا القرآن من كل مثل، فأبى أكثر الناس إلا الجحود.</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لَن نُّؤْمِنَ لَكَ حَتَّىٰ تَفْجُرَ لَنَا مِنَ الْأَرْضِ يَنبُوعًا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لن نصدّقك حتى تفجّر لنا من أرض مكة عينًا جارية.</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تَكُونَ لَكَ جَنَّةٌ مِّن نَّخِيلٍ وَعِنَبٍ فَتُفَجِّرَ الْأَنْهَٰرَ خِلَٰلَهَا تَفْجِيرًا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تكون لك بستان من نخيل وعنب، فتفجّر الأنهار خلاله تفجيرًا.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تُسْقِطَ السَّمَآءَ كَمَا زَعَمْتَ عَلَيْنَا كِسَفًا أَوْ تَأْتِيَ بِاللَّهِ وَالْمَلَـٰئِكَةِ قَبِيلًا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تُسقط السماء علينا قطعًا كما زعمت، أو تأتي بالله والملائكة نراهم مقابلةً.</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يَكُونَ لَكَ بَيْتٌ مِّن زُخْرُفٍ أَوْ تَرْقَىٰ فِي السَّمَآءِ وَلَن نُّؤْمِنَ لِرُقِيِّكَ حَتَّىٰ تُنَزِّلَ عَلَيْنَا كِتَٰبًا نَّقْرَؤُهُ قُلْ سُبْحَانَ رَبِّي هَلْ كُنتُ إِلَّا بَشَرًا رَّسُولًا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يكون لك بيت من ذهب، أو تصعد في السماء، ولن نصدّق صعودك حتى تُنزل علينا كتابًا نقرؤه، قل: تنزّه ربي! هل كنت إلا بشرًا رسولًا؟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٩٤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مَنَعَ النَّاسَ أَن يُؤْمِنُواْ إِذْ جَآءَهُمُ الْهُدَىٰ إِلَّآ أَن قَالُواْ أَبَعَثَ اللَّهُ بَشَرًا رَّسُولًا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منع الناس من الإيمان إذ جاءهم الهدى إلا قولهم متعجّبين: أبعث الله بشرًا رسولًا؟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لَّوْ كَانَ فِي الْأَرْضِ مَلَـٰئِكَةٌ يَمْشُونَ مُطْمَئِنِّينَ لَنَزَّلْنَا عَلَيْهِم مِّنَ السَّمَآءِ مَلَكًا رَّسُولًا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لو كان في الأرض ملائكة يمشون مطمئنين، لنزّلنا عليهم من السماء ملكًا رسولًا من جنسهم.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كَفَىٰ بِاللَّهِ شَهِيدًا بَيْنِي وَبَيْنَكُمْ إِنَّهُ كَانَ بِعِبَادِهِ خَبِيرًا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كفى بالله شاهدًا بيني وبينكم، إنه كان بعباده خبيرًا بصيرًا.</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يَهْدِ اللَّهُ فَهُوَ الْمُهْتَدِ وَمَن يُضْلِلْ فَلَن تَجِدَ لَهُمْ أَوْلِيَآءَ مِن دُونِهِ وَنَحْشُرُهُمْ يَوْمَ الْقِيَٰمَةِ عَلَىٰ وُجُوهِهِمْ عُمْيًا وَبُكْمًا وَصُمًّا مَّأْوَىٰهُمْ جَهَنَّمُ كُلَّمَا خَبَتْ زِدْنَٰهُمْ 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يهده الله فهو المهتدي، ومن يُضلله فلن تجد لهم أولياء من دونه، ونحشرهم يوم القيامة على وجوههم عُميًا وبُكمًا وصُمًّا، مصيرهم جهنم، كلما سكن لهيبها زدناهم اشتعالًا.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٩٨ – ٩٩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جَزَآؤُهُم بِأَنَّهُمْ كَفَرُواْ بِـَٔايَٰتِنَا وَقَالُواْ أَءِذَا كُنَّا عِظَٰمًا وَرُفَٰتًا أَءِنَّا لَمَبْعُوثُونَ خَلْقًا جَدِيدًا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جزاؤهم بكفرهم بآياتنا، وقولهم: أإذا صرنا عظامًا وفُتاتًا أإنا لمبعوثون خلقًا جديدًا؟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أَنَّ اللَّهَ الَّذِي خَلَقَ السَّمَٰوَٰتِ وَالْأَرْضَ قَادِرٌ عَلَىٰ أَن يَخْلُقَ مِثْلَهُمْ وَجَعَلَ لَهُمْ أَجَلًا لَّا رَيْبَ فِيهِ فَأَبَى الظَّـٰلِمُونَ إِلَّا كُفُورًا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يعلموا أن الله الذي خلق السماوات والأرض قادر على أن يخلق مثلهم؟ وجعل لهم وقتًا لا شك فيه، فأبى الظالمون إلا الجحود.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١٠٠ – ١٠١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لَّوْ أَنتُمْ تَمْلِكُونَ خَزَآئِنَ رَحْمَةِ رَبِّي إِذًا لَّأَمْسَكْتُمْ خَشْيَةَ الْإِنفَاقِ وَكَانَ الْإِنسَٰنُ قَتُورًا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لو أنتم تملكون خزائن رزق ربي لأمسكتم خوفًا من نفادها، وكان الإنسان بخيلًا.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تِسْعَ ءَايَٰتٍ بَيِّنَٰتٍ فَسْـَٔلْ بَنِي إِسْرَـٰءِيلَ إِذْ جَآءَهُمْ فَقَالَ لَهُ فِرْعَوْنُ إِنِّي لَأَظُنُّكَ يَٰمُوسَىٰ مَسْحُورًا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تسع معجزات واضحة: العصا، واليد، والطوفان، والجراد، والقمّل، والضفادع، والدم، والسنين، ونقص الثمرات، فاسأل بني إسرائيل، فقال له فرعون: إني لأظنك يا موسى مسحورًا.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١٠٢ – ١٠٣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لَقَدْ عَلِمْتَ مَآ أَنزَلَ هَـٰؤُلَآءِ إِلَّا رَبُّ السَّمَٰوَٰتِ وَالْأَرْضِ بَصَآئِرَ وَإِنِّي لَأَظُنُّكَ يَٰفِرْعَوْنُ مَثْبُورًا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لقد علمت يا فرعون ما أنزل هذه المعجزات إلا رب السماوات والأرض دلائل واضحة، وإني لأظنك يا فرعون هالكًا.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فَأَرَادَ أَن يَسْتَفِزَّهُم مِّنَ الْأَرْضِ فَأَغْرَقْنَٰهُ وَمَن مَّعَهُ جَمِيعًا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فأراد فرعون أن يُخرج بني إسرائيل من مصر ويُهلكهم، فأغرقناه ومن معه جميعًا.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١٠٤ – ١٠٦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وَقُلْنَا مِن بَعْدِهِ لِبَنِي إِسْرَـٰءِيلَ اسْكُنُواْ الْأَرْضَ فَإِذَا جَآءَ وَعْدُ الْأخِرَةِ جِئْنَا بِكُمْ لَفِيفًا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وقلنا من بعد إغراقه لبني إسرائيل: اسكنوا الأرض، فإذا جاء يوم القيامة جئنا بكم جميعًا مختلطين.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وَبِالْحَقِّ أَنزَلْنَٰهُ وَبِالْحَقِّ نَزَلَ وَمَآ أَرْسَلْنَٰكَ إِلَّا مُبَشِّرًا وَنَذِيرًا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وبالحق أنزلنا القرآن، وبالحق نزل محفوظًا، وما أرسلناك إلا مبشّرًا ونذيرًا.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وَقُرْءَانًا فَرَقْنَٰهُ لِتَقْرَأَهُ عَلَى النَّاسِ عَلَىٰ مُكْثٍ وَنَزَّلْنَٰهُ تَنزِيلًا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وقرآنًا أنزلناه مفرّقًا لتقرأه على الناس على تمهّل، ونزّلناه شيئًا فشيئًا بحسب الأحداث.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١٠٧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ءَامِنُواْ بِهِ أَوْ لَا تُؤْمِنُواْ إِنَّ الَّذِينَ أُوتُواْ الْعِلْمَ مِن قَبْلِهِ إِذَا يُتْلَىٰ عَلَيْهِمْ يَخِرُّونَ لِلْأَذْقَانِ سُجَّدًا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آمنوا به أو لا تؤمنوا، إن الذين أُوتوا العلم من قبله من أهل الكتاب إذا يُقرأ عليهم يخرّون على وجوههم ساجدين.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سُبْحَٰنَ رَبِّنَآ إِن كَانَ وَعْدُ رَبِّنَا لَمَفْعُولًا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تنزّه ربنا، إن كان وعد ربنا ببعثة محمد لواقعًا.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وَيَخِرُّونَ لِلْأَذْقَانِ يَبْكُونَ وَيَزِيدُهُمْ خُشُوعًا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ويخرّون على وجوههم يبكون، ويزيدهم القرآن خشوعًا. وهنا موضع سجدة تلاوة.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الإسراء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١١٠ – ١١١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ادْعُواْ اللَّهَ أَوِ ادْعُواْ الرَّحْمَٰنَ أَيًّا مَّا تَدْعُواْ فَلَهُ الْأَسْمَآءُ الْحُسْنَىٰ وَلَا تَجْهَرْ بِصَلَاتِكَ وَلَا تُخَافِتْ بِهَا وَابْتَغِ بَيْنَ ذَٰلِكَ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ادعوا الله أو ادعوا الرحمن، بأيّ اسم دعوتموه فله الأسماء الحسنى، ولا تجهر بقراءتك في الصلاة فيسمعك المشركون فيسبّوا القرآن، ولا تُسرّ بها فلا يسمعك أصحابك، واطلب بين ذلك طريقًا وسطًا.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الْحَمْدُ لِلَّهِ الَّذِي لَمْ يَتَّخِذْ وَلَدًا وَلَمْ يَكُن لَّهُ شَرِيكٌ فِي الْمُلْكِ وَلَمْ يَكُن لَّهُ وَلِيٌّ مِّنَ الذُّلِّ وَكَبِّرْهُ تَكْبِيرًا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الحمد لله الذي لم يتّخذ ولدًا، ولم يكن له شريك في الملك، ولم يكن له وليّ يحتاج إليه من ضعف، وعظّمه تعظيمًا.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pic>
        <p:nvPicPr>
          <p:cNvPr id="2" name="Image 0" descr="assets15/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5/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15 Tafsir">
  <a:themeElements>
    <a:clrScheme name="Juz 15 Tafsir">
      <a:dk1>
        <a:srgbClr val="222A2D"/>
      </a:dk1>
      <a:lt1>
        <a:srgbClr val="FFFFFF"/>
      </a:lt1>
      <a:dk2>
        <a:srgbClr val="0E5F73"/>
      </a:dk2>
      <a:lt2>
        <a:srgbClr val="F5FAFB"/>
      </a:lt2>
      <a:accent1>
        <a:srgbClr val="0E5F73"/>
      </a:accent1>
      <a:accent2>
        <a:srgbClr val="C9A04A"/>
      </a:accent2>
      <a:accent3>
        <a:srgbClr val="1A7A90"/>
      </a:accent3>
      <a:accent4>
        <a:srgbClr val="5F696D"/>
      </a:accent4>
      <a:accent5>
        <a:srgbClr val="E2EEF1"/>
      </a:accent5>
      <a:accent6>
        <a:srgbClr val="8A2F2A"/>
      </a:accent6>
      <a:hlink>
        <a:srgbClr val="1A7A90"/>
      </a:hlink>
      <a:folHlink>
        <a:srgbClr val="5F696D"/>
      </a:folHlink>
    </a:clrScheme>
    <a:fontScheme name="Juz 15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سبحان — مبسّط من تفسير ابن كثير</dc:title>
  <dc:subject>PptxGenJS Presentation</dc:subject>
  <dc:creator>معلم القرآن الكريم</dc:creator>
  <cp:lastModifiedBy>معلم القرآن الكريم</cp:lastModifiedBy>
  <cp:revision>1</cp:revision>
  <dcterms:created xsi:type="dcterms:W3CDTF">2026-10-03T22:29:06Z</dcterms:created>
  <dcterms:modified xsi:type="dcterms:W3CDTF">2026-10-03T22:29:06Z</dcterms:modified>
</cp:coreProperties>
</file>